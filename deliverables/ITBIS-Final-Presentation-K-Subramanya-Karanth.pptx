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c0fc66a5c64d8e" /><Relationship Type="http://schemas.openxmlformats.org/officeDocument/2006/relationships/extended-properties" Target="/docProps/app.xml" Id="R915173da57584656" /><Relationship Type="http://schemas.openxmlformats.org/officeDocument/2006/relationships/officeDocument" Target="/ppt/presentation.xml" Id="R14dbadcfbfcb4d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f99b54ef9b4b08"/>
  </p:sldMasterIdLst>
  <p:notesMasterIdLst>
    <p:notesMasterId xmlns:r="http://schemas.openxmlformats.org/officeDocument/2006/relationships" r:id="R591d65e79ed4426e"/>
  </p:notesMasterIdLst>
  <p:sldIdLst>
    <p:sldId xmlns:r="http://schemas.openxmlformats.org/officeDocument/2006/relationships" id="256" r:id="R67cb619c80f14178"/>
    <p:sldId xmlns:r="http://schemas.openxmlformats.org/officeDocument/2006/relationships" id="257" r:id="R77cd83c25be64b72"/>
    <p:sldId xmlns:r="http://schemas.openxmlformats.org/officeDocument/2006/relationships" id="258" r:id="R62f08a1609f347fc"/>
    <p:sldId xmlns:r="http://schemas.openxmlformats.org/officeDocument/2006/relationships" id="259" r:id="Rca17450fcee9474a"/>
    <p:sldId xmlns:r="http://schemas.openxmlformats.org/officeDocument/2006/relationships" id="260" r:id="R43be7f703b4e461e"/>
    <p:sldId xmlns:r="http://schemas.openxmlformats.org/officeDocument/2006/relationships" id="261" r:id="Refb21938c45c421b"/>
    <p:sldId xmlns:r="http://schemas.openxmlformats.org/officeDocument/2006/relationships" id="262" r:id="R03e330e2339c41fb"/>
    <p:sldId xmlns:r="http://schemas.openxmlformats.org/officeDocument/2006/relationships" id="263" r:id="Rcb3ea09ce6e34b3d"/>
    <p:sldId xmlns:r="http://schemas.openxmlformats.org/officeDocument/2006/relationships" id="264" r:id="R51885503167e4056"/>
    <p:sldId xmlns:r="http://schemas.openxmlformats.org/officeDocument/2006/relationships" id="265" r:id="Rfd5c346e9f1f47f2"/>
    <p:sldId xmlns:r="http://schemas.openxmlformats.org/officeDocument/2006/relationships" id="266" r:id="R3b4f655b2458444b"/>
    <p:sldId xmlns:r="http://schemas.openxmlformats.org/officeDocument/2006/relationships" id="267" r:id="Rdf138f7d9f7949ae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278f395c814647" /><Relationship Type="http://schemas.openxmlformats.org/officeDocument/2006/relationships/slideMaster" Target="/ppt/slideMasters/slideMaster1.xml" Id="Rfbf99b54ef9b4b08" /><Relationship Type="http://schemas.openxmlformats.org/officeDocument/2006/relationships/notesMaster" Target="/ppt/notesMasters/notesMaster1.xml" Id="R591d65e79ed4426e" /><Relationship Type="http://schemas.openxmlformats.org/officeDocument/2006/relationships/presProps" Target="/ppt/presProps.xml" Id="Rd9c820371de84be9" /><Relationship Type="http://schemas.openxmlformats.org/officeDocument/2006/relationships/tableStyles" Target="/ppt/tableStyles.xml" Id="Rd2a154f3236d4974" /><Relationship Type="http://schemas.openxmlformats.org/officeDocument/2006/relationships/slide" Target="/ppt/slides/slide1.xml" Id="R67cb619c80f14178" /><Relationship Type="http://schemas.openxmlformats.org/officeDocument/2006/relationships/slide" Target="/ppt/slides/slide2.xml" Id="R77cd83c25be64b72" /><Relationship Type="http://schemas.openxmlformats.org/officeDocument/2006/relationships/slide" Target="/ppt/slides/slide3.xml" Id="R62f08a1609f347fc" /><Relationship Type="http://schemas.openxmlformats.org/officeDocument/2006/relationships/slide" Target="/ppt/slides/slide4.xml" Id="Rca17450fcee9474a" /><Relationship Type="http://schemas.openxmlformats.org/officeDocument/2006/relationships/slide" Target="/ppt/slides/slide5.xml" Id="R43be7f703b4e461e" /><Relationship Type="http://schemas.openxmlformats.org/officeDocument/2006/relationships/slide" Target="/ppt/slides/slide6.xml" Id="Refb21938c45c421b" /><Relationship Type="http://schemas.openxmlformats.org/officeDocument/2006/relationships/slide" Target="/ppt/slides/slide7.xml" Id="R03e330e2339c41fb" /><Relationship Type="http://schemas.openxmlformats.org/officeDocument/2006/relationships/slide" Target="/ppt/slides/slide8.xml" Id="Rcb3ea09ce6e34b3d" /><Relationship Type="http://schemas.openxmlformats.org/officeDocument/2006/relationships/slide" Target="/ppt/slides/slide9.xml" Id="R51885503167e4056" /><Relationship Type="http://schemas.openxmlformats.org/officeDocument/2006/relationships/slide" Target="/ppt/slides/slide10.xml" Id="Rfd5c346e9f1f47f2" /><Relationship Type="http://schemas.openxmlformats.org/officeDocument/2006/relationships/slide" Target="/ppt/slides/slide11.xml" Id="R3b4f655b2458444b" /><Relationship Type="http://schemas.openxmlformats.org/officeDocument/2006/relationships/slide" Target="/ppt/slides/slide12.xml" Id="Rdf138f7d9f7949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9c4a809dda4e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a6167e22d24799" /><Relationship Type="http://schemas.openxmlformats.org/officeDocument/2006/relationships/notesMaster" Target="/ppt/notesMasters/notesMaster1.xml" Id="R3a961871eecf44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b5e881ea504cca" /><Relationship Type="http://schemas.openxmlformats.org/officeDocument/2006/relationships/notesMaster" Target="/ppt/notesMasters/notesMaster1.xml" Id="R39b8f6207bb5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8a9bc62e84352" /><Relationship Type="http://schemas.openxmlformats.org/officeDocument/2006/relationships/notesMaster" Target="/ppt/notesMasters/notesMaster1.xml" Id="Rd225596bb86d43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4c9e8b06af4bd4" /><Relationship Type="http://schemas.openxmlformats.org/officeDocument/2006/relationships/notesMaster" Target="/ppt/notesMasters/notesMaster1.xml" Id="R88ba92819dad4e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f4396926748b1" /><Relationship Type="http://schemas.openxmlformats.org/officeDocument/2006/relationships/notesMaster" Target="/ppt/notesMasters/notesMaster1.xml" Id="R786c1634c02548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4bb0de8e7f04e2a" /><Relationship Type="http://schemas.openxmlformats.org/officeDocument/2006/relationships/notesMaster" Target="/ppt/notesMasters/notesMaster1.xml" Id="R4958927d934244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b995e485cc4330" /><Relationship Type="http://schemas.openxmlformats.org/officeDocument/2006/relationships/notesMaster" Target="/ppt/notesMasters/notesMaster1.xml" Id="Re433138ec7bd44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f53e43a837468d" /><Relationship Type="http://schemas.openxmlformats.org/officeDocument/2006/relationships/notesMaster" Target="/ppt/notesMasters/notesMaster1.xml" Id="Rf006fcee20f941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847d879ea054f92" /><Relationship Type="http://schemas.openxmlformats.org/officeDocument/2006/relationships/notesMaster" Target="/ppt/notesMasters/notesMaster1.xml" Id="Rc90853bb8e5d451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8fdb7947fa41a6" /><Relationship Type="http://schemas.openxmlformats.org/officeDocument/2006/relationships/notesMaster" Target="/ppt/notesMasters/notesMaster1.xml" Id="Re3cce271084342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d05f8f7e924ade" /><Relationship Type="http://schemas.openxmlformats.org/officeDocument/2006/relationships/notesMaster" Target="/ppt/notesMasters/notesMaster1.xml" Id="R9e3bf7f7f5d849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5afe3e57144154" /><Relationship Type="http://schemas.openxmlformats.org/officeDocument/2006/relationships/notesMaster" Target="/ppt/notesMasters/notesMaster1.xml" Id="Ra5056e6344024f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Milestone 4 source package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README.md; backend/app/main.py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backend/app/main.py; frontend/app/admin/dashboard/page.js; frontend/app/reports/page.js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docker-compose.yml; backend/app/main.py; README.md</a:t>
            </a:r>
          </a:p>
          <a:p xmlns:a="http://schemas.openxmlformats.org/drawingml/2006/main">
            <a:r>
              <a:t>README scope note identifies in-memory demo data; database services are listed in Compose.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backend/app/main.py; frontend/app/login/page.js; frontend/app/activity-logs/page.js; frontend/app/reports/page.js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backend/app/main.py; frontend/app/login/page.js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frontend/app/admin/dashboard/page.js; backend/app/main.py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backend/app/main.py; frontend/app/reports/page.js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backend/tests/test_full_pipeline.py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README.md; backend/app/main.py; docker-compose.yml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Project attribution supplied by user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db87b9b98b48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efdd5102e4c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1f529746141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79b3780d34c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e85db888d044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8982e022846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373324-336C-4804-AEC1-25DC2A2EC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51939A-F7C2-4024-80E3-456EE803BC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C086411-FD53-4029-8E3F-B5FAD878A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A64283-8429-4AAF-9523-BC7AD3D330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9B1257B-6901-4EA1-83B8-3338E6BBDC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8342BE-4418-473C-8F61-37785B027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D28F7A-A41B-4D94-B8F0-7D6E66FE47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9367469-01F0-47E3-A51C-F7B50A07B0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7953FB3-C37A-4E22-9A8F-EA1CB2C0B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FE94F1-353C-4B85-841C-E7F1503FF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49601918794388" /><Relationship Type="http://schemas.openxmlformats.org/officeDocument/2006/relationships/slideLayout" Target="/ppt/slideLayouts/slideLayout1.xml" Id="R4a00f962b5aa4e55" /><Relationship Type="http://schemas.openxmlformats.org/officeDocument/2006/relationships/slideLayout" Target="/ppt/slideLayouts/slideLayout2.xml" Id="R71a8ef48b9544c65" /><Relationship Type="http://schemas.openxmlformats.org/officeDocument/2006/relationships/slideLayout" Target="/ppt/slideLayouts/slideLayout3.xml" Id="Rb3c7b63dc01a4856" /><Relationship Type="http://schemas.openxmlformats.org/officeDocument/2006/relationships/slideLayout" Target="/ppt/slideLayouts/slideLayout4.xml" Id="R0e205793effb4711" /><Relationship Type="http://schemas.openxmlformats.org/officeDocument/2006/relationships/slideLayout" Target="/ppt/slideLayouts/slideLayout5.xml" Id="R54327b13abec49ff" /><Relationship Type="http://schemas.openxmlformats.org/officeDocument/2006/relationships/slideLayout" Target="/ppt/slideLayouts/slideLayout6.xml" Id="R6594bb264f57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00f962b5aa4e55"/>
    <p:sldLayoutId xmlns:r="http://schemas.openxmlformats.org/officeDocument/2006/relationships" id="2147483650" r:id="R71a8ef48b9544c65"/>
    <p:sldLayoutId xmlns:r="http://schemas.openxmlformats.org/officeDocument/2006/relationships" id="2147483651" r:id="Rb3c7b63dc01a4856"/>
    <p:sldLayoutId xmlns:r="http://schemas.openxmlformats.org/officeDocument/2006/relationships" id="2147483652" r:id="R0e205793effb4711"/>
    <p:sldLayoutId xmlns:r="http://schemas.openxmlformats.org/officeDocument/2006/relationships" id="2147483653" r:id="R54327b13abec49ff"/>
    <p:sldLayoutId xmlns:r="http://schemas.openxmlformats.org/officeDocument/2006/relationships" id="2147483654" r:id="R6594bb264f57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c7fc4b6f98401b" /><Relationship Type="http://schemas.openxmlformats.org/officeDocument/2006/relationships/image" Target="/ppt/media/image.png" Id="Rab848e66250c4eec" /><Relationship Type="http://schemas.openxmlformats.org/officeDocument/2006/relationships/notesSlide" Target="/ppt/notesSlides/notesSlide1.xml" Id="Rfe04d27e8a084d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d452488724fca" /><Relationship Type="http://schemas.openxmlformats.org/officeDocument/2006/relationships/notesSlide" Target="/ppt/notesSlides/notesSlide2.xml" Id="Rc36019e0fd6444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c1a613f954be4" /><Relationship Type="http://schemas.openxmlformats.org/officeDocument/2006/relationships/notesSlide" Target="/ppt/notesSlides/notesSlide3.xml" Id="Rd562d92fbbf741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a4aa4608f34aa5" /><Relationship Type="http://schemas.openxmlformats.org/officeDocument/2006/relationships/notesSlide" Target="/ppt/notesSlides/notesSlide4.xml" Id="R05b5806e94164e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052ff7820244c5" /><Relationship Type="http://schemas.openxmlformats.org/officeDocument/2006/relationships/notesSlide" Target="/ppt/notesSlides/notesSlide5.xml" Id="Rf5635f3e7a5743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947827d5ef4f27" /><Relationship Type="http://schemas.openxmlformats.org/officeDocument/2006/relationships/notesSlide" Target="/ppt/notesSlides/notesSlide6.xml" Id="R7bac41b3fdfd4e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44caeabab848da" /><Relationship Type="http://schemas.openxmlformats.org/officeDocument/2006/relationships/notesSlide" Target="/ppt/notesSlides/notesSlide7.xml" Id="Rc9f15841169b4c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36dcb113fb407a" /><Relationship Type="http://schemas.openxmlformats.org/officeDocument/2006/relationships/notesSlide" Target="/ppt/notesSlides/notesSlide8.xml" Id="R72a27cdc015e4b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05b5a8d9214312" /><Relationship Type="http://schemas.openxmlformats.org/officeDocument/2006/relationships/notesSlide" Target="/ppt/notesSlides/notesSlide9.xml" Id="R749b2bfed5f14b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1c868f50049e2" /><Relationship Type="http://schemas.openxmlformats.org/officeDocument/2006/relationships/notesSlide" Target="/ppt/notesSlides/notesSlide10.xml" Id="R83fa5ebd642740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732d32a70f47a8" /><Relationship Type="http://schemas.openxmlformats.org/officeDocument/2006/relationships/notesSlide" Target="/ppt/notesSlides/notesSlide11.xml" Id="Rbc2ad086d27b46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f1aff63244eb3" /><Relationship Type="http://schemas.openxmlformats.org/officeDocument/2006/relationships/image" Target="/ppt/media/image2.png" Id="R0d5b9c9eda524c54" /><Relationship Type="http://schemas.openxmlformats.org/officeDocument/2006/relationships/notesSlide" Target="/ppt/notesSlides/notesSlide12.xml" Id="Rf3487b5ddc5044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03422-6F0D-4F83-ADE5-08C2961A22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8e66250c4ee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E365E-1A9A-4F08-AC06-0A818473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1181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DA05E-D156-4770-9A08-9A9A70D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47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AI-POWERED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33051-DC91-46F2-B462-DA3743CA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8572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4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Insider Threat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Detection &amp;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Behavioral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6E49E-AEEA-4197-BFE9-BECE67A70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362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15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Intelligence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032066-67F3-4EE1-9482-33953F3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2960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Final project presentation  ·  K Subramanya Karanth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5B926-3168-4ACB-B235-716E7E4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8773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ITBIS  /  MILESTONE 4</a:t>
            </a:r>
          </a:p>
        </p:txBody>
      </p:sp>
    </p:spTree>
    <p:extLst>
      <p:ext uri="{BB962C8B-B14F-4D97-AF65-F5344CB8AC3E}">
        <p14:creationId xmlns:p14="http://schemas.microsoft.com/office/powerpoint/2010/main" val="2767389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A1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FB35BB-7B39-47A1-AB1E-A690C526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THE PROBLEM AND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6CD17-6457-4A69-8EF7-4B5428BD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ACC18-ED6E-426A-AE3E-4C6B54ED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1D6F7-0351-4DD2-8517-155F4BC8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51435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6A001-0752-4EB7-8055-88E6C501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857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68220-4404-4786-A60E-3623963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D35FB-E399-4F40-9D99-1DBF7E24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95700"/>
            <a:ext cx="4591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Insider activity can be difficult to distinguish from routine work when events are reviewed one at a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FF45A-4CDC-4E19-B9E6-CF4F69C7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51435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32ECA-D930-49B4-B345-BC05A709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857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2A646-55F8-42EA-9A92-E05B128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THE PLATFORM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D5E61A-A4E6-4ADC-BAE8-7E167F97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95700"/>
            <a:ext cx="4591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ITBIS brings activity records, anomaly and risk views, incidents, reports and role-specific pages into one demo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1EED7-B58A-44B4-84D2-0AAAFFC4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781300"/>
            <a:ext cx="514350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8BA01-4418-49F7-B02C-5E408843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781300"/>
            <a:ext cx="857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35665-A2E8-4A8B-9099-9E73A146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04800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C8F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C8F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C8FEA"/>
                </a:solidFill>
                <a:latin typeface="Arial"/>
                <a:ea typeface="Arial"/>
                <a:cs typeface="Arial"/>
              </a:rPr>
              <a:t>MILESTONE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938E5-FEDD-4E98-A608-7E9A0EE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695700"/>
            <a:ext cx="4591050" cy="346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The delivered package adds an admin dashboard, access checks, exports, API test cases and container definitions.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D1CDC-BD94-4321-8BAB-F8FC38D5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172450"/>
            <a:ext cx="1571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A project demonstration of security intelligence workflows; not a production monitoring service.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3C467-4225-417D-BC67-04C9ACC7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F13EE-D581-4E3F-9959-22D46DC2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8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24117B-9461-4385-8D3C-DBB3257D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WHAT IS INCLUDED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F1614-E785-4039-87CA-B3034272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Milestone 4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DB891-ABDF-421B-8EEF-906B24C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A7F48-0181-4C98-8C34-F4E983F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7724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81D7E-4787-48BD-8E1F-9910FD3E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857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6CFE0-9D64-45B8-8EE9-734239E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721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Login &amp;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61879-BC1E-4E1D-A0E3-A243C2F1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81400"/>
            <a:ext cx="721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Admin, security manager, security analyst and SOC engineer demo roles.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D8D2E-C5A6-4999-8D71-E781BA06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77724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EC0FB-3030-457B-B299-F9DD7FCD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67000"/>
            <a:ext cx="857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73EA9-2668-4F15-A91F-218C1471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933700"/>
            <a:ext cx="721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Operations pages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C040D6-4EBE-4C77-848F-D5BBAF18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81400"/>
            <a:ext cx="721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Users, employees, activity logs, anomalies, risk, incidents, reports and settings.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7EEF4D-C133-4F2B-AF61-55544A58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77724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06AA43-5659-4FE0-ABEA-E0939713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857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72AF9-BBA3-49F0-B9E7-855C66CB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95950"/>
            <a:ext cx="721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Admin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216E94-E6B1-4B1F-96C5-DE352A7F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343650"/>
            <a:ext cx="721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Counts, users by role, recent users, audit entries and system status cards.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E2928-F9BD-4146-9CFF-C2C20079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29250"/>
            <a:ext cx="77724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9594E1-C132-4983-81AC-7D43CEF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429250"/>
            <a:ext cx="857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6D6BB0-8368-4A5B-AA7A-CF9CB2DF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695950"/>
            <a:ext cx="7219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Exports &amp; notices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5C7A62-0FDE-4BD6-908F-C789452A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6343650"/>
            <a:ext cx="721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Excel and PDF insider-threat reports plus structured in-app notification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F2072-1A05-4125-8CBC-05B47984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82127-3F58-451D-B623-2E081512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332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A1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739B2-48FD-4E30-8506-14BF7931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HOW THE PACKAGE IS ASSEMBLED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0F87A-A393-43AB-BEA7-D6058961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Architecture &amp; Deployment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4641FF-6995-4BF5-9327-DB6E540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4B661-9CB1-4A51-9739-D8ABDCD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3714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D7F64-C02E-4C7B-8BA0-460AE911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ABC70-7163-415E-A8D5-4118C710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Next.js 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95A15-7A8D-40DB-ABAF-67039EE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3219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Login and role-specific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2EFBB8-EAA0-4118-A399-0CAB8B48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3105150"/>
            <a:ext cx="3714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66D575-39FD-4280-8544-B4110F8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52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A88BD-3542-44D7-A8C4-84A7773C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0050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4D1410-8ABC-4B8F-B0E9-23FD2FC1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38700"/>
            <a:ext cx="3219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Authentication, API routes, exports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62D28-BAEA-4F8B-B967-2B719448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05150"/>
            <a:ext cx="3714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DDF4F-4D2A-4BDB-B63D-2897A826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52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95503-187A-495D-A5F8-567AFED3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records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9FD8D-6966-4B86-81BD-C3E72C88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38700"/>
            <a:ext cx="3219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In-memory users, logs, incidents and audit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F6078-CA75-408F-9D0A-C4D812F5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6975" y="3105150"/>
            <a:ext cx="3714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52642-1265-4FD4-8509-C001E3B1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352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8F36C-3837-4E07-8E24-F657D876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000500"/>
            <a:ext cx="321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22779-73F2-4DFE-A155-70C839B9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4838700"/>
            <a:ext cx="3219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Backend, frontend, PostgreSQL and MongoDB services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FEF23-4AC0-459A-A646-C8D48F88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91400"/>
            <a:ext cx="1619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Persistence boundary: the supplied app uses in-memory demo data. Compose provisions database services, but the app code does not connect its records to them.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8093E-751F-4F04-AC36-241E80A7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88D8A-711C-435D-A54F-DCCD1FCC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2281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9C9D6-9194-411D-B06B-8FAB0D8D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IMPLEMENTATION WALKTHROUGH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B3023-FBC0-468D-B50F-AD3111E8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Demonstrated User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A3646-FDEF-455E-825D-BA177AE4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88806-E797-4007-A9D9-4AC1A17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241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D94D9-C4B5-4773-990E-D4DFF92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813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67822-FC3A-4D32-BE01-4D9792BD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241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07371-7D56-4A64-82F7-D4714A5D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Demo credentials issue an in-memory bearer token.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0B6DA-FB15-48A7-AA96-0636464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053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90A0A7-38A6-43F0-A29D-240887C1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DF3B4-8A27-4761-8A23-4E3826DC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053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activity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B1D5E-33D5-49F1-9526-885BDA95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Inspect the sample logs and append a demo log through the ingestion route.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F6B3B-84F3-4743-8594-E1A86505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8645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EBA14-D7B5-4224-910C-4682B302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94360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E439B-3508-44C1-9571-5F89A6F6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8864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FC42D-DE0E-4342-A20D-78970869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0550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Open anomaly and employee risk views backed by sample records.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0FD732-3A88-44FC-8742-7868615E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67600"/>
            <a:ext cx="95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3D7FBB-233B-4D2D-9FD6-200D1B61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524750"/>
            <a:ext cx="38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D2FA8-F37F-430E-8AC9-DB75C9BD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4676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 &amp;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5BDE5-4606-4CD7-A29A-1BA3D28A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486650"/>
            <a:ext cx="971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Review incidents and export Excel or PDF reports where the role permits.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71CB6E-9787-42F5-AC70-4A06D84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DE008-AB4D-41B7-8CBF-F7056E2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53954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A1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D4707-4FCD-485F-B739-AF993024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FOUR DEMO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6870A-B99D-4202-BE1F-77554858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Role-Based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46142-7DD7-4078-B1C5-1B826532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8E661-6D86-4FDC-B161-8E1AE7B3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8290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8EA69-3F27-472C-ADA6-0169281C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62118-363F-4FC9-81F8-1D9E1421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AD867-770F-4552-9B26-7CF887B0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32766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Admin dashboard and full demo administration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FA613-64A6-4976-A480-E27C4903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38290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7F738-260C-4F48-92BE-CE9AAAC9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8895E-CBA0-462B-B08B-DA5A59C4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99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SECURITY MANAGER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970FC-D8D3-4889-8083-6F02E0D4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57650"/>
            <a:ext cx="32766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Dashboard and report exports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8894F-45FC-4E48-995E-B3FADEA5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38290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DB92B-BFF6-45E3-8EE8-4D7AE26B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50518-53D2-4141-8743-43086BA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99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C8F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C8F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C8FEA"/>
                </a:solidFill>
                <a:latin typeface="Arial"/>
                <a:ea typeface="Arial"/>
                <a:cs typeface="Arial"/>
              </a:rPr>
              <a:t>SECURITY ANALYST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A2BD5-D81C-4931-88B8-FF4B8268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57650"/>
            <a:ext cx="32766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Investigation and analysis pages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50722-76F3-41A8-A848-5DA412F7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43250"/>
            <a:ext cx="38290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484DE-97FA-49DA-85CD-181E874D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4325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B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EE601-5CB6-4C10-A21D-332CB56C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409950"/>
            <a:ext cx="3276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79B7F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79B7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9B7F4"/>
                </a:solidFill>
                <a:latin typeface="Arial"/>
                <a:ea typeface="Arial"/>
                <a:cs typeface="Arial"/>
              </a:rPr>
              <a:t>SOC ENGINEER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A6F933-6961-45BA-BB84-17A6D46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057650"/>
            <a:ext cx="32766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SOC-focused workflow pages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63FE8-511D-4159-AFAC-BE0F83E6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53350"/>
            <a:ext cx="1552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Code-level examples: admin dashboard requires admin; insider-threat exports allow admin or security_manager.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E77424-A71F-44D3-AF98-2BB80F89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2A15AA-15D6-4334-9DD6-A7C77352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840783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7E4DE-02D8-42B0-AFAD-509FB197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WHAT THE DEMO SURFACES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743AE9-4B0D-4109-8EB9-1B659DA7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Risk &amp; Anomaly Views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DD7E5-6FD4-42EE-BB38-73C7374E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1757E-9B07-4D55-B7BA-968248B2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5143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075AC-1343-43FA-814E-B87582E8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857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8B219-B616-41A7-801F-B070E5D6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813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ANOMALY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594A2-9155-4831-BE1B-4B714EB9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The API provides sample anomaly records for the interface and walkthrough.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E696F-EF49-4837-ACEB-ABB73F74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5143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099ED-B4E6-4A42-9975-AF624E8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857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19391-4075-4E58-BD24-1D893A17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813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RISK LOOKUP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5E559-8F83-4070-B9BF-9138A2AA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290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Employee risk endpoint returns demonstration scores and categories for sample employees.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24A79-1C9F-41A9-92E9-1D80339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914650"/>
            <a:ext cx="5143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343987-A895-4475-A483-852626A4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914650"/>
            <a:ext cx="85725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A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1EBD7-CD3F-4741-859A-88DCBB19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18135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9A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9AA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9AAB"/>
                </a:solidFill>
                <a:latin typeface="Arial"/>
                <a:ea typeface="Arial"/>
                <a:cs typeface="Arial"/>
              </a:rPr>
              <a:t>READ THE VALUES CAREFULLY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1F055-0977-4A1B-9C20-A1D71F63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829050"/>
            <a:ext cx="45910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Displayed values are seeded or static demo data; they are not model accuracy, live telemetry or measured security outcomes.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D980D-0F6E-496E-836C-12C48B72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077200"/>
            <a:ext cx="1524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No validated performance metric is claimed in this submission.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2B9CF-8AD1-40F2-9E1A-71D85909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27DBD8-F2C9-4BE8-97A3-F9C48FF6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670964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A1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F42DB2-7FEC-4652-8774-B278513E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MILESTONE 4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04BA9-4F52-4C21-99BD-D26C8631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Admin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AC056-871B-46CF-B146-286B9148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2F50E-1DEC-4316-8324-9C4B2B0F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048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B36A1-0946-46B2-B49E-9F010A22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857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71650-3A8B-4120-83C0-4D66E2E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Platform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83E4B-AE19-40EE-B5B4-85B43D15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449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Summary values for demo 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8A40B-A889-46F2-ABF6-F3B297A7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5048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DC720-6E30-4CF5-955E-F21FDE2A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857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D5A00-8557-40D4-8EA6-FB0E1D4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Users by 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0FC425-57AA-46AC-BC71-7B7FAA77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19500"/>
            <a:ext cx="449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Role distribution from sample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EDE06-9759-4671-B417-3D09344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705100"/>
            <a:ext cx="5048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4616B-E36F-47D3-9AEB-DA518340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705100"/>
            <a:ext cx="857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FA44F-4795-41E9-B894-B9B5D0DD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9718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Recent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4268D-A270-4CAA-A36E-FC59706F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19500"/>
            <a:ext cx="449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Recent account 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E8B0F-5858-426E-8E73-0863CB09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5048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C20FB-344D-467F-86D7-9C2A3785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857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A1C8D5-C577-4D16-9FD9-04664FDD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388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36A766-EA57-453A-9C7F-94543ABD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286500"/>
            <a:ext cx="449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Demo administrative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B5359-0264-4793-8B03-40307061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50482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17F7C7-B7D2-48FB-AC6F-1918EB47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8572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248FE-0925-4047-A9F8-4532A66A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388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System health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BA6FC-EAE6-4D98-A117-34991739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286500"/>
            <a:ext cx="4495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Status cards and uptime display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836C3-5E7A-4E7D-BEDE-3B69F20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382000"/>
            <a:ext cx="1428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Dashboard values originate from in-memory sample data and static status fields.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F80A5-24BD-4830-BABB-A3EC732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C10431-A1C5-48CD-BAE7-0CF08F9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30287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F739BE-599D-49B1-A065-7E740FAA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OPERATIONAL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8D21A-8861-4B71-BE74-3F884204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Reports &amp; Notifications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DDAC-B0BD-4CB6-BCA6-FC21C192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5E320-D047-4EDF-8377-03D99DCD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5143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7F785-5C4C-483D-8C83-56E49D9E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857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733E1-E4B6-42CE-A9FB-342AA192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1470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EXCEL EXPORT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BEF212-9AE5-4C9F-95AA-C6782736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591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Insider-threat report endpoint returns an Excel file for permitted roles.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5D72B-059E-473C-94A0-E60622A0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5143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4C0C36-A25A-4306-8CD9-FE3192F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857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7F8445-0288-4B4F-82C4-0165DF93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PDF EXPORT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27F40-A1C5-4600-9338-98CAFF27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4591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PDF report endpoint provides a shareable report representation.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63AFBD-8894-4F7E-A9DC-676889E0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048000"/>
            <a:ext cx="51435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3FBE6-47AD-4124-AE21-50A6984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048000"/>
            <a:ext cx="85725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8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9DA26-AFC3-47EB-94E9-4B07CD83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314700"/>
            <a:ext cx="4591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C8FE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C8FE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C8FEA"/>
                </a:solidFill>
                <a:latin typeface="Arial"/>
                <a:ea typeface="Arial"/>
                <a:cs typeface="Arial"/>
              </a:rPr>
              <a:t>IN-APP NOTICES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19604-947E-4681-8D1D-2396AC68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3962400"/>
            <a:ext cx="45910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Notification endpoint uses structured in-app data for the demonstration.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DBF3B-6003-4638-B200-81CC6927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867650"/>
            <a:ext cx="1619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Report access is role-gated in the API. The package does not claim delivery through email or external alerting systems.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143E2-E16B-4E15-AD79-658481B2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9C99A-0C97-4068-8255-9AE76642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484306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1F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EA5EC-97DB-4A8A-8637-C22B2A3F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CASES INCLUDED IN THE PACKAGE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73A6F-680A-4A74-B9C8-F922ACD1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Automated API Test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F9B8D-FA10-4AD3-B32D-B9D64B0B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F82E2-4418-471D-BAE5-0C73B2A0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5048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DBE0C-8F85-489A-9833-C0B49504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4EB34-9E67-4C8A-B65C-E2997AB6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DEC54-323E-46D1-8D7D-9E83D78E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76700"/>
            <a:ext cx="4495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Login and admin dashboard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45317-6D8B-44AB-B679-B03291D3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5048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8903B-908B-444E-94D9-87DA4080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6230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6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64C14-A1D5-4DEF-9588-7B73081B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Log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35916-D0E5-412C-BA7A-6CFE6E82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4495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Ingest an activity record and request risk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42786-2FE1-4E29-BA14-EDAE2F1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62300"/>
            <a:ext cx="50482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2026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8ECDE-5E4A-4C9D-8879-0B5320DD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162300"/>
            <a:ext cx="857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D6DFBB-51CB-452F-8482-B262FDC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429000"/>
            <a:ext cx="449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Authorization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0FDCD-55BA-486D-9C8D-5F8968D1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076700"/>
            <a:ext cx="44958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Analyst is denied admin dashboard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A91CA-F9EE-4C4A-9081-9A4D76AE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53350"/>
            <a:ext cx="1609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FFCF8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FFCF8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CF8E"/>
                </a:solidFill>
                <a:latin typeface="Arial"/>
                <a:ea typeface="Arial"/>
                <a:cs typeface="Arial"/>
              </a:rPr>
              <a:t>These are test cases present in the source. No test run or pass result is asserted in this presentation.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910428-2BFD-4B18-AD81-122CA919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5F7CC-E77C-460C-B974-26ACB432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160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76F0C-F096-4043-8DDA-CAD34A33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PATH FROM DEMO TO OPERATIONAL 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8CD9C-0C2B-46DD-8856-B9E62B8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71550"/>
            <a:ext cx="1638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B0AFD3"/>
                </a:solidFill>
                <a:latin typeface="Arial"/>
                <a:ea typeface="Arial"/>
                <a:cs typeface="Arial"/>
              </a:rPr>
              <a:t>Current Boundaries &amp;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BECD8-DD52-48A1-8C5A-0CC08DF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181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70A66-8F4F-4CAA-8218-FF0C2FC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62FFB-6F21-43E6-96DB-796AE1A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24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Persist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CCB58-8FE3-4F39-9435-F51724BA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Connect PostgreSQL / MongoDB to application routes.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D1E5E-A841-4EDC-9EF9-51DECD29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8147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E5BCF-8DB9-44DA-BDE5-0E1131D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814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 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3CE52-5969-40A9-9CC7-92FFC103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0052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Use environment-managed secrets and production-grade authentication.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3FEC5-659C-4BED-9FDD-8886AA24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F3ABB2-0DD9-4111-9A2E-216728F1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6388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0F47-D277-44CD-BFA9-C19D2DF5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578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Evaluate with representative, labeled activity data and documented metrics.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6BDDB-2AAE-49FC-8611-EB4A676A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096125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9369E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36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B69C3-7642-4B2B-AF36-272FE1FF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709612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 deployment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EB2B6-E308-46A2-8431-7BD22423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115175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D8D8F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8F1"/>
                </a:solidFill>
                <a:latin typeface="Arial"/>
                <a:ea typeface="Arial"/>
                <a:cs typeface="Arial"/>
              </a:rPr>
              <a:t>Execute the API test suite and validate the container stack in the target environment.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739A1F-D22E-45AA-8F84-3760218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686800"/>
            <a:ext cx="1428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979BC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979BC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79BC9"/>
                </a:solidFill>
                <a:latin typeface="Arial"/>
                <a:ea typeface="Arial"/>
                <a:cs typeface="Arial"/>
              </a:rPr>
              <a:t>These are proposed next steps, not completed features.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BE71CC-D35B-4B09-91A1-BE4E5D81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791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777DA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77DAE"/>
                </a:solidFill>
                <a:latin typeface="Arial"/>
                <a:ea typeface="Arial"/>
                <a:cs typeface="Arial"/>
              </a:rPr>
              <a:t>ITBIS  /  K SUBRAMANYA KARANTH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ED72B8-5969-4F23-8B98-ADB464AC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75360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1275" b="1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D0F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56179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30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D6AA0A-B32C-41A1-AC79-BDB7F3B62E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b9c9eda524c5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C522E-DBA0-4C56-B16E-CFBC030F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28800"/>
            <a:ext cx="1104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D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6AB2D-6A80-4111-8138-B1D92017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857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AAF2C-438F-411B-925F-D3CF823C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742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850" b="0">
                <a:solidFill>
                  <a:srgbClr val="55D0F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850" b="0">
                <a:solidFill>
                  <a:srgbClr val="55D0FA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5D0FA"/>
                </a:solidFill>
                <a:latin typeface="Arial"/>
                <a:ea typeface="Arial"/>
                <a:cs typeface="Arial"/>
              </a:rPr>
              <a:t>K Subramanya Karanth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F81AB-1205-48E3-9EA0-BD6520E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102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B0AFD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0AFD3"/>
                </a:solidFill>
                <a:latin typeface="Arial"/>
                <a:ea typeface="Arial"/>
                <a:cs typeface="Arial"/>
              </a:rPr>
              <a:t>ITBIS  ·  Milestone 4</a:t>
            </a:r>
          </a:p>
        </p:txBody>
      </p:sp>
    </p:spTree>
    <p:extLst>
      <p:ext uri="{BB962C8B-B14F-4D97-AF65-F5344CB8AC3E}">
        <p14:creationId xmlns:p14="http://schemas.microsoft.com/office/powerpoint/2010/main" val="14752090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2026-10-13T05:31:17.4160000Z</dcterms:created>
  <dcterms:modified xsi:type="dcterms:W3CDTF">2026-10-13T05:31:17.4160000Z</dcterms:modified>
</coreProperties>
</file>