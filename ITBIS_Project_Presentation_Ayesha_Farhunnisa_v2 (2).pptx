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mo" panose="020B0604020202020204" charset="0"/>
      <p:regular r:id="rId17"/>
      <p:bold r:id="rId18"/>
      <p:italic r:id="rId19"/>
      <p:boldItalic r:id="rId20"/>
    </p:embeddedFont>
    <p:embeddedFont>
      <p:font typeface="Bricolage Grotesque" panose="020B0604020202020204" charset="0"/>
      <p:bold r:id="rId21"/>
    </p:embeddedFont>
    <p:embeddedFont>
      <p:font typeface="Bricolage Grotesque SemiBold" panose="020B0604020202020204" charset="0"/>
      <p:regular r:id="rId22"/>
      <p:bold r:id="rId23"/>
    </p:embeddedFont>
    <p:embeddedFont>
      <p:font typeface="Times" panose="02020603050405020304" pitchFamily="18" charset="0"/>
      <p:regular r:id="rId24"/>
      <p:bold r:id="rId25"/>
      <p:italic r:id="rId26"/>
      <p:boldItalic r:id="rId27"/>
    </p:embeddedFont>
    <p:embeddedFont>
      <p:font typeface="Trochut" panose="020B0604020202020204" charset="0"/>
      <p:regular r:id="rId28"/>
      <p:bold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14984-CE08-48E5-A94F-998AF0C4858B}" v="279" dt="2026-10-09T14:02:44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EIMbL__Nxdrh6NSpsul9a5RHgztHLtH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206038" y="3141509"/>
            <a:ext cx="10528637" cy="3321097"/>
            <a:chOff x="0" y="-95250"/>
            <a:chExt cx="14038183" cy="4428130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2345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99" b="0" i="0" u="none" strike="noStrike" cap="none">
                  <a:solidFill>
                    <a:srgbClr val="D2EEFF"/>
                  </a:solidFill>
                  <a:latin typeface="Trochut"/>
                  <a:ea typeface="Trochut"/>
                  <a:cs typeface="Trochut"/>
                  <a:sym typeface="Trochut"/>
                </a:rPr>
                <a:t>ITBIS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07953" y="2518137"/>
              <a:ext cx="13742123" cy="18147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5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AI-POWERED INSIDER THREAT DETECTION AND BEHAVIORAL SECURITY INTELLIGENCE PLATFORM</a:t>
              </a:r>
              <a:endParaRPr/>
            </a:p>
          </p:txBody>
        </p:sp>
      </p:grpSp>
      <p:pic>
        <p:nvPicPr>
          <p:cNvPr id="2" name="Picture 1" descr="Threat Detection Software 101: A Beginner's Guide To Cybersecurity |  Analyst1">
            <a:extLst>
              <a:ext uri="{FF2B5EF4-FFF2-40B4-BE49-F238E27FC236}">
                <a16:creationId xmlns:a16="http://schemas.microsoft.com/office/drawing/2014/main" id="{6EE68235-D3CB-5D24-BAC2-08EB28345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5239" y="1421221"/>
            <a:ext cx="8165803" cy="6487630"/>
          </a:xfrm>
          <a:prstGeom prst="rect">
            <a:avLst/>
          </a:prstGeom>
        </p:spPr>
      </p:pic>
      <p:grpSp>
        <p:nvGrpSpPr>
          <p:cNvPr id="86" name="Google Shape;86;p1"/>
          <p:cNvGrpSpPr/>
          <p:nvPr/>
        </p:nvGrpSpPr>
        <p:grpSpPr>
          <a:xfrm rot="10800000">
            <a:off x="15793900" y="6608804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9488101" y="6795372"/>
            <a:ext cx="4010025" cy="1666875"/>
            <a:chOff x="0" y="0"/>
            <a:chExt cx="5346700" cy="2222500"/>
          </a:xfrm>
        </p:grpSpPr>
        <p:sp>
          <p:nvSpPr>
            <p:cNvPr id="102" name="Google Shape;102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i="0" u="none" strike="noStrike" cap="non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Next.js and React: The Frontend</a:t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628650"/>
              <a:ext cx="5346700" cy="1593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0" i="0" u="none" strike="noStrike" cap="non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Builds responsive, interactive security dashboards for employees, alerts, incidents, and activity monitoring.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4985177" y="6746441"/>
            <a:ext cx="4010025" cy="1879527"/>
            <a:chOff x="0" y="0"/>
            <a:chExt cx="5346700" cy="2506036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i="0" u="none" strike="noStrike" cap="non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Python and FastAPI: The Backend</a:t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912185"/>
              <a:ext cx="5346700" cy="1593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0" i="0" u="none" strike="noStrike" cap="non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Provides REST APIs for authentication, role-based access, activity ingestion, analytics, and incident workflows.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211823" y="6746441"/>
            <a:ext cx="4010025" cy="1371600"/>
            <a:chOff x="0" y="0"/>
            <a:chExt cx="5346700" cy="182880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0" y="0"/>
              <a:ext cx="5346700" cy="39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i="0" u="none" strike="noStrike" cap="non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MongoDB: Behavioral Telemetry</a:t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6286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0" i="0" u="none" strike="noStrike" cap="non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Stores flexible activity logs, behavioral evidence, and related telemetry for security analysis.</a:t>
              </a:r>
              <a:endParaRPr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94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 The ITBIS Framework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03680" y="3550045"/>
            <a:ext cx="3634914" cy="2514018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4793947" y="3525579"/>
            <a:ext cx="3781112" cy="252731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355194" y="3538871"/>
            <a:ext cx="3762514" cy="2509787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7570" y="0"/>
                </a:moveTo>
                <a:lnTo>
                  <a:pt x="1593519" y="0"/>
                </a:lnTo>
                <a:cubicBezTo>
                  <a:pt x="1614268" y="0"/>
                  <a:pt x="1631088" y="16821"/>
                  <a:pt x="1631088" y="37570"/>
                </a:cubicBezTo>
                <a:lnTo>
                  <a:pt x="1631088" y="1034614"/>
                </a:lnTo>
                <a:cubicBezTo>
                  <a:pt x="1631088" y="1044578"/>
                  <a:pt x="1627130" y="1054134"/>
                  <a:pt x="1620085" y="1061180"/>
                </a:cubicBezTo>
                <a:cubicBezTo>
                  <a:pt x="1613039" y="1068226"/>
                  <a:pt x="1603483" y="1072184"/>
                  <a:pt x="1593519" y="1072184"/>
                </a:cubicBezTo>
                <a:lnTo>
                  <a:pt x="37570" y="1072184"/>
                </a:lnTo>
                <a:cubicBezTo>
                  <a:pt x="27606" y="1072184"/>
                  <a:pt x="18050" y="1068226"/>
                  <a:pt x="11004" y="1061180"/>
                </a:cubicBezTo>
                <a:cubicBezTo>
                  <a:pt x="3958" y="1054134"/>
                  <a:pt x="0" y="1044578"/>
                  <a:pt x="0" y="1034614"/>
                </a:cubicBezTo>
                <a:lnTo>
                  <a:pt x="0" y="37570"/>
                </a:lnTo>
                <a:cubicBezTo>
                  <a:pt x="0" y="27606"/>
                  <a:pt x="3958" y="18050"/>
                  <a:pt x="11004" y="11004"/>
                </a:cubicBezTo>
                <a:cubicBezTo>
                  <a:pt x="18050" y="3958"/>
                  <a:pt x="27606" y="0"/>
                  <a:pt x="3757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4085712" y="3565450"/>
            <a:ext cx="4007053" cy="251402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38261" y="0"/>
                </a:moveTo>
                <a:lnTo>
                  <a:pt x="1592828" y="0"/>
                </a:lnTo>
                <a:cubicBezTo>
                  <a:pt x="1613958" y="0"/>
                  <a:pt x="1631088" y="17130"/>
                  <a:pt x="1631088" y="38261"/>
                </a:cubicBezTo>
                <a:lnTo>
                  <a:pt x="1631088" y="1033923"/>
                </a:lnTo>
                <a:cubicBezTo>
                  <a:pt x="1631088" y="1044071"/>
                  <a:pt x="1627057" y="1053802"/>
                  <a:pt x="1619882" y="1060978"/>
                </a:cubicBezTo>
                <a:cubicBezTo>
                  <a:pt x="1612707" y="1068153"/>
                  <a:pt x="1602975" y="1072184"/>
                  <a:pt x="1592828" y="1072184"/>
                </a:cubicBezTo>
                <a:lnTo>
                  <a:pt x="38261" y="1072184"/>
                </a:lnTo>
                <a:cubicBezTo>
                  <a:pt x="28113" y="1072184"/>
                  <a:pt x="18382" y="1068153"/>
                  <a:pt x="11206" y="1060978"/>
                </a:cubicBezTo>
                <a:cubicBezTo>
                  <a:pt x="4031" y="1053802"/>
                  <a:pt x="0" y="1044071"/>
                  <a:pt x="0" y="1033923"/>
                </a:cubicBezTo>
                <a:lnTo>
                  <a:pt x="0" y="38261"/>
                </a:lnTo>
                <a:cubicBezTo>
                  <a:pt x="0" y="28113"/>
                  <a:pt x="4031" y="18382"/>
                  <a:pt x="11206" y="11206"/>
                </a:cubicBezTo>
                <a:cubicBezTo>
                  <a:pt x="18382" y="4031"/>
                  <a:pt x="28113" y="0"/>
                  <a:pt x="3826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14085713" y="6799604"/>
            <a:ext cx="4010025" cy="1613712"/>
            <a:chOff x="0" y="70884"/>
            <a:chExt cx="5346700" cy="2151616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0" y="70884"/>
              <a:ext cx="5346700" cy="7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1" i="0" u="none" strike="noStrike" cap="none">
                  <a:solidFill>
                    <a:srgbClr val="D2EE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PostgreSQL: Structured Data Storage</a:t>
              </a:r>
              <a:endParaRPr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1022350"/>
              <a:ext cx="5346700" cy="12001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69" b="0" i="0" u="none" strike="noStrike" cap="none">
                  <a:solidFill>
                    <a:srgbClr val="FDFFF8"/>
                  </a:solidFill>
                  <a:latin typeface="Arial"/>
                  <a:ea typeface="Arial"/>
                  <a:cs typeface="Arial"/>
                  <a:sym typeface="Arial"/>
                </a:rPr>
                <a:t>Node.js lets developers use JavaScript to write command line tools and server-side scripting</a:t>
              </a:r>
              <a:endParaRPr/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15237143" y="4067175"/>
            <a:ext cx="803910" cy="1054418"/>
          </a:xfrm>
          <a:custGeom>
            <a:avLst/>
            <a:gdLst/>
            <a:ahLst/>
            <a:cxnLst/>
            <a:rect l="l" t="t" r="r" b="b"/>
            <a:pathLst>
              <a:path w="1071880" h="1405890" extrusionOk="0">
                <a:moveTo>
                  <a:pt x="410210" y="889000"/>
                </a:moveTo>
                <a:cubicBezTo>
                  <a:pt x="341630" y="880110"/>
                  <a:pt x="336550" y="925830"/>
                  <a:pt x="314960" y="955040"/>
                </a:cubicBezTo>
                <a:cubicBezTo>
                  <a:pt x="285750" y="995680"/>
                  <a:pt x="241300" y="1066800"/>
                  <a:pt x="191770" y="1084580"/>
                </a:cubicBezTo>
                <a:cubicBezTo>
                  <a:pt x="146050" y="1102360"/>
                  <a:pt x="62230" y="1098550"/>
                  <a:pt x="33020" y="1071880"/>
                </a:cubicBezTo>
                <a:cubicBezTo>
                  <a:pt x="6350" y="1049020"/>
                  <a:pt x="11430" y="991870"/>
                  <a:pt x="7620" y="955040"/>
                </a:cubicBezTo>
                <a:cubicBezTo>
                  <a:pt x="3810" y="924560"/>
                  <a:pt x="0" y="902970"/>
                  <a:pt x="6350" y="868680"/>
                </a:cubicBezTo>
                <a:cubicBezTo>
                  <a:pt x="17780" y="816610"/>
                  <a:pt x="63500" y="751840"/>
                  <a:pt x="96520" y="675640"/>
                </a:cubicBezTo>
                <a:cubicBezTo>
                  <a:pt x="143510" y="563880"/>
                  <a:pt x="198120" y="379730"/>
                  <a:pt x="254000" y="265430"/>
                </a:cubicBezTo>
                <a:cubicBezTo>
                  <a:pt x="298450" y="175260"/>
                  <a:pt x="360680" y="71120"/>
                  <a:pt x="392430" y="34290"/>
                </a:cubicBezTo>
                <a:cubicBezTo>
                  <a:pt x="403860" y="21590"/>
                  <a:pt x="408940" y="15240"/>
                  <a:pt x="420370" y="11430"/>
                </a:cubicBezTo>
                <a:cubicBezTo>
                  <a:pt x="435610" y="5080"/>
                  <a:pt x="458470" y="0"/>
                  <a:pt x="476250" y="6350"/>
                </a:cubicBezTo>
                <a:cubicBezTo>
                  <a:pt x="495300" y="12700"/>
                  <a:pt x="521970" y="35560"/>
                  <a:pt x="528320" y="55880"/>
                </a:cubicBezTo>
                <a:cubicBezTo>
                  <a:pt x="534670" y="76200"/>
                  <a:pt x="516890" y="101600"/>
                  <a:pt x="516890" y="127000"/>
                </a:cubicBezTo>
                <a:cubicBezTo>
                  <a:pt x="518160" y="157480"/>
                  <a:pt x="537210" y="185420"/>
                  <a:pt x="539750" y="227330"/>
                </a:cubicBezTo>
                <a:cubicBezTo>
                  <a:pt x="543560" y="293370"/>
                  <a:pt x="524510" y="394970"/>
                  <a:pt x="511810" y="483870"/>
                </a:cubicBezTo>
                <a:cubicBezTo>
                  <a:pt x="497840" y="579120"/>
                  <a:pt x="466090" y="666750"/>
                  <a:pt x="455930" y="781050"/>
                </a:cubicBezTo>
                <a:cubicBezTo>
                  <a:pt x="440690" y="932180"/>
                  <a:pt x="468630" y="1230630"/>
                  <a:pt x="452120" y="1313180"/>
                </a:cubicBezTo>
                <a:cubicBezTo>
                  <a:pt x="448310" y="1339850"/>
                  <a:pt x="443230" y="1351280"/>
                  <a:pt x="433070" y="1362710"/>
                </a:cubicBezTo>
                <a:cubicBezTo>
                  <a:pt x="425450" y="1372870"/>
                  <a:pt x="416560" y="1380490"/>
                  <a:pt x="403860" y="1384300"/>
                </a:cubicBezTo>
                <a:cubicBezTo>
                  <a:pt x="388620" y="138811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8580"/>
                  <a:pt x="302260" y="1313180"/>
                </a:cubicBezTo>
                <a:cubicBezTo>
                  <a:pt x="289560" y="1247140"/>
                  <a:pt x="290830" y="1035050"/>
                  <a:pt x="303530" y="944880"/>
                </a:cubicBezTo>
                <a:cubicBezTo>
                  <a:pt x="311150" y="890270"/>
                  <a:pt x="330200" y="866140"/>
                  <a:pt x="341630" y="815340"/>
                </a:cubicBezTo>
                <a:cubicBezTo>
                  <a:pt x="356870" y="746760"/>
                  <a:pt x="372110" y="646430"/>
                  <a:pt x="379730" y="566420"/>
                </a:cubicBezTo>
                <a:cubicBezTo>
                  <a:pt x="387350" y="492760"/>
                  <a:pt x="392430" y="355600"/>
                  <a:pt x="388620" y="355600"/>
                </a:cubicBezTo>
                <a:cubicBezTo>
                  <a:pt x="386080" y="355600"/>
                  <a:pt x="383540" y="410210"/>
                  <a:pt x="373380" y="450850"/>
                </a:cubicBezTo>
                <a:cubicBezTo>
                  <a:pt x="354330" y="528320"/>
                  <a:pt x="273050" y="692150"/>
                  <a:pt x="257810" y="774700"/>
                </a:cubicBezTo>
                <a:cubicBezTo>
                  <a:pt x="248920" y="824230"/>
                  <a:pt x="247650" y="894080"/>
                  <a:pt x="254000" y="895350"/>
                </a:cubicBezTo>
                <a:cubicBezTo>
                  <a:pt x="259080" y="896620"/>
                  <a:pt x="271780" y="830580"/>
                  <a:pt x="290830" y="792480"/>
                </a:cubicBezTo>
                <a:cubicBezTo>
                  <a:pt x="314960" y="742950"/>
                  <a:pt x="367030" y="685800"/>
                  <a:pt x="397510" y="627380"/>
                </a:cubicBezTo>
                <a:cubicBezTo>
                  <a:pt x="427990" y="567690"/>
                  <a:pt x="447040" y="483870"/>
                  <a:pt x="472440" y="435610"/>
                </a:cubicBezTo>
                <a:cubicBezTo>
                  <a:pt x="490220" y="402590"/>
                  <a:pt x="506730" y="374650"/>
                  <a:pt x="524510" y="359410"/>
                </a:cubicBezTo>
                <a:cubicBezTo>
                  <a:pt x="535940" y="349250"/>
                  <a:pt x="546100" y="344170"/>
                  <a:pt x="560070" y="342900"/>
                </a:cubicBezTo>
                <a:cubicBezTo>
                  <a:pt x="576580" y="340360"/>
                  <a:pt x="600710" y="342900"/>
                  <a:pt x="617220" y="353060"/>
                </a:cubicBezTo>
                <a:cubicBezTo>
                  <a:pt x="635000" y="364490"/>
                  <a:pt x="654050" y="389890"/>
                  <a:pt x="656590" y="417830"/>
                </a:cubicBezTo>
                <a:cubicBezTo>
                  <a:pt x="660400" y="461010"/>
                  <a:pt x="594360" y="542290"/>
                  <a:pt x="581660" y="594360"/>
                </a:cubicBezTo>
                <a:cubicBezTo>
                  <a:pt x="572770" y="633730"/>
                  <a:pt x="586740" y="661670"/>
                  <a:pt x="576580" y="699770"/>
                </a:cubicBezTo>
                <a:cubicBezTo>
                  <a:pt x="563880" y="750570"/>
                  <a:pt x="509270" y="807720"/>
                  <a:pt x="492760" y="867410"/>
                </a:cubicBezTo>
                <a:cubicBezTo>
                  <a:pt x="476250" y="929640"/>
                  <a:pt x="497840" y="1026160"/>
                  <a:pt x="478790" y="1064260"/>
                </a:cubicBezTo>
                <a:cubicBezTo>
                  <a:pt x="468630" y="1085850"/>
                  <a:pt x="449580" y="1096010"/>
                  <a:pt x="434340" y="1102360"/>
                </a:cubicBezTo>
                <a:cubicBezTo>
                  <a:pt x="421640" y="1108710"/>
                  <a:pt x="408940" y="1109980"/>
                  <a:pt x="394970" y="1107440"/>
                </a:cubicBezTo>
                <a:cubicBezTo>
                  <a:pt x="379730" y="1103630"/>
                  <a:pt x="355600" y="1093470"/>
                  <a:pt x="344170" y="1079500"/>
                </a:cubicBezTo>
                <a:cubicBezTo>
                  <a:pt x="332740" y="1065530"/>
                  <a:pt x="322580" y="1043940"/>
                  <a:pt x="323850" y="1024890"/>
                </a:cubicBezTo>
                <a:cubicBezTo>
                  <a:pt x="326390" y="998220"/>
                  <a:pt x="365760" y="966470"/>
                  <a:pt x="374650" y="935990"/>
                </a:cubicBezTo>
                <a:cubicBezTo>
                  <a:pt x="382270" y="906780"/>
                  <a:pt x="373380" y="877570"/>
                  <a:pt x="377190" y="845820"/>
                </a:cubicBezTo>
                <a:cubicBezTo>
                  <a:pt x="382270" y="811530"/>
                  <a:pt x="389890" y="773430"/>
                  <a:pt x="402590" y="736600"/>
                </a:cubicBezTo>
                <a:cubicBezTo>
                  <a:pt x="416560" y="697230"/>
                  <a:pt x="445770" y="664210"/>
                  <a:pt x="458470" y="617220"/>
                </a:cubicBezTo>
                <a:cubicBezTo>
                  <a:pt x="474980" y="556260"/>
                  <a:pt x="454660" y="438150"/>
                  <a:pt x="480060" y="396240"/>
                </a:cubicBezTo>
                <a:cubicBezTo>
                  <a:pt x="495300" y="370840"/>
                  <a:pt x="521970" y="355600"/>
                  <a:pt x="543560" y="354330"/>
                </a:cubicBezTo>
                <a:cubicBezTo>
                  <a:pt x="566420" y="351790"/>
                  <a:pt x="599440" y="367030"/>
                  <a:pt x="614680" y="382270"/>
                </a:cubicBezTo>
                <a:cubicBezTo>
                  <a:pt x="627380" y="396240"/>
                  <a:pt x="628650" y="407670"/>
                  <a:pt x="633730" y="436880"/>
                </a:cubicBezTo>
                <a:cubicBezTo>
                  <a:pt x="652780" y="544830"/>
                  <a:pt x="671830" y="1107440"/>
                  <a:pt x="631190" y="1215390"/>
                </a:cubicBezTo>
                <a:cubicBezTo>
                  <a:pt x="618490" y="1248410"/>
                  <a:pt x="601980" y="1262380"/>
                  <a:pt x="580390" y="1271270"/>
                </a:cubicBezTo>
                <a:cubicBezTo>
                  <a:pt x="560070" y="1278890"/>
                  <a:pt x="524510" y="1273810"/>
                  <a:pt x="506730" y="1262380"/>
                </a:cubicBezTo>
                <a:cubicBezTo>
                  <a:pt x="488950" y="1249680"/>
                  <a:pt x="472440" y="1226820"/>
                  <a:pt x="472440" y="1195070"/>
                </a:cubicBezTo>
                <a:cubicBezTo>
                  <a:pt x="469900" y="1123950"/>
                  <a:pt x="589280" y="956310"/>
                  <a:pt x="633730" y="839470"/>
                </a:cubicBezTo>
                <a:cubicBezTo>
                  <a:pt x="674370" y="731520"/>
                  <a:pt x="697230" y="607060"/>
                  <a:pt x="730250" y="519430"/>
                </a:cubicBezTo>
                <a:cubicBezTo>
                  <a:pt x="754380" y="454660"/>
                  <a:pt x="781050" y="383540"/>
                  <a:pt x="805180" y="354330"/>
                </a:cubicBezTo>
                <a:cubicBezTo>
                  <a:pt x="815340" y="341630"/>
                  <a:pt x="822960" y="336550"/>
                  <a:pt x="835660" y="332740"/>
                </a:cubicBezTo>
                <a:cubicBezTo>
                  <a:pt x="850900" y="327660"/>
                  <a:pt x="875030" y="325120"/>
                  <a:pt x="891540" y="331470"/>
                </a:cubicBezTo>
                <a:cubicBezTo>
                  <a:pt x="908050" y="337820"/>
                  <a:pt x="925830" y="354330"/>
                  <a:pt x="934720" y="368300"/>
                </a:cubicBezTo>
                <a:cubicBezTo>
                  <a:pt x="941070" y="378460"/>
                  <a:pt x="944880" y="386080"/>
                  <a:pt x="943610" y="403860"/>
                </a:cubicBezTo>
                <a:cubicBezTo>
                  <a:pt x="943610" y="458470"/>
                  <a:pt x="868680" y="640080"/>
                  <a:pt x="852170" y="722630"/>
                </a:cubicBezTo>
                <a:cubicBezTo>
                  <a:pt x="842010" y="773430"/>
                  <a:pt x="840740" y="803910"/>
                  <a:pt x="836930" y="849630"/>
                </a:cubicBezTo>
                <a:cubicBezTo>
                  <a:pt x="833120" y="900430"/>
                  <a:pt x="825500" y="955040"/>
                  <a:pt x="833120" y="1014730"/>
                </a:cubicBezTo>
                <a:cubicBezTo>
                  <a:pt x="843280" y="1084580"/>
                  <a:pt x="911860" y="1191260"/>
                  <a:pt x="901700" y="1240790"/>
                </a:cubicBezTo>
                <a:cubicBezTo>
                  <a:pt x="895350" y="1270000"/>
                  <a:pt x="859790" y="1304290"/>
                  <a:pt x="849630" y="1299210"/>
                </a:cubicBezTo>
                <a:cubicBezTo>
                  <a:pt x="829310" y="1290320"/>
                  <a:pt x="873760" y="1096010"/>
                  <a:pt x="881380" y="971550"/>
                </a:cubicBezTo>
                <a:cubicBezTo>
                  <a:pt x="890270" y="808990"/>
                  <a:pt x="850900" y="486410"/>
                  <a:pt x="892810" y="408940"/>
                </a:cubicBezTo>
                <a:cubicBezTo>
                  <a:pt x="908050" y="381000"/>
                  <a:pt x="932180" y="372110"/>
                  <a:pt x="952500" y="368300"/>
                </a:cubicBezTo>
                <a:cubicBezTo>
                  <a:pt x="970280" y="364490"/>
                  <a:pt x="991870" y="373380"/>
                  <a:pt x="1005840" y="381000"/>
                </a:cubicBezTo>
                <a:cubicBezTo>
                  <a:pt x="1016000" y="388620"/>
                  <a:pt x="1023620" y="393700"/>
                  <a:pt x="1029970" y="408940"/>
                </a:cubicBezTo>
                <a:cubicBezTo>
                  <a:pt x="1045210" y="447040"/>
                  <a:pt x="1028700" y="584200"/>
                  <a:pt x="1040130" y="638810"/>
                </a:cubicBezTo>
                <a:cubicBezTo>
                  <a:pt x="1047750" y="670560"/>
                  <a:pt x="1066800" y="690880"/>
                  <a:pt x="1069340" y="713740"/>
                </a:cubicBezTo>
                <a:cubicBezTo>
                  <a:pt x="1071880" y="731520"/>
                  <a:pt x="1069340" y="749300"/>
                  <a:pt x="1061720" y="763270"/>
                </a:cubicBezTo>
                <a:cubicBezTo>
                  <a:pt x="1054100" y="778510"/>
                  <a:pt x="1038860" y="792480"/>
                  <a:pt x="1024890" y="798830"/>
                </a:cubicBezTo>
                <a:cubicBezTo>
                  <a:pt x="1009650" y="806450"/>
                  <a:pt x="990600" y="810260"/>
                  <a:pt x="974090" y="805180"/>
                </a:cubicBezTo>
                <a:cubicBezTo>
                  <a:pt x="953770" y="798830"/>
                  <a:pt x="925830" y="775970"/>
                  <a:pt x="916940" y="756920"/>
                </a:cubicBezTo>
                <a:cubicBezTo>
                  <a:pt x="909320" y="741680"/>
                  <a:pt x="908050" y="721360"/>
                  <a:pt x="913130" y="706120"/>
                </a:cubicBezTo>
                <a:cubicBezTo>
                  <a:pt x="920750" y="685800"/>
                  <a:pt x="943610" y="657860"/>
                  <a:pt x="965200" y="651510"/>
                </a:cubicBezTo>
                <a:cubicBezTo>
                  <a:pt x="985520" y="643890"/>
                  <a:pt x="1021080" y="648970"/>
                  <a:pt x="1038860" y="662940"/>
                </a:cubicBezTo>
                <a:cubicBezTo>
                  <a:pt x="1056640" y="675640"/>
                  <a:pt x="1069340" y="709930"/>
                  <a:pt x="1070610" y="730250"/>
                </a:cubicBezTo>
                <a:cubicBezTo>
                  <a:pt x="1070610" y="748030"/>
                  <a:pt x="1062990" y="765810"/>
                  <a:pt x="1051560" y="778510"/>
                </a:cubicBezTo>
                <a:cubicBezTo>
                  <a:pt x="1041400" y="789940"/>
                  <a:pt x="1023620" y="801370"/>
                  <a:pt x="1008380" y="805180"/>
                </a:cubicBezTo>
                <a:cubicBezTo>
                  <a:pt x="993140" y="807720"/>
                  <a:pt x="972820" y="806450"/>
                  <a:pt x="957580" y="800100"/>
                </a:cubicBezTo>
                <a:cubicBezTo>
                  <a:pt x="942340" y="792480"/>
                  <a:pt x="930910" y="782320"/>
                  <a:pt x="920750" y="764540"/>
                </a:cubicBezTo>
                <a:cubicBezTo>
                  <a:pt x="902970" y="736600"/>
                  <a:pt x="889000" y="687070"/>
                  <a:pt x="882650" y="638810"/>
                </a:cubicBezTo>
                <a:cubicBezTo>
                  <a:pt x="875030" y="574040"/>
                  <a:pt x="872490" y="450850"/>
                  <a:pt x="892810" y="408940"/>
                </a:cubicBezTo>
                <a:cubicBezTo>
                  <a:pt x="902970" y="388620"/>
                  <a:pt x="919480" y="379730"/>
                  <a:pt x="933450" y="372110"/>
                </a:cubicBezTo>
                <a:cubicBezTo>
                  <a:pt x="946150" y="367030"/>
                  <a:pt x="958850" y="367030"/>
                  <a:pt x="970280" y="368300"/>
                </a:cubicBezTo>
                <a:cubicBezTo>
                  <a:pt x="982980" y="369570"/>
                  <a:pt x="995680" y="373380"/>
                  <a:pt x="1005840" y="381000"/>
                </a:cubicBezTo>
                <a:cubicBezTo>
                  <a:pt x="1017270" y="391160"/>
                  <a:pt x="1028700" y="401320"/>
                  <a:pt x="1036320" y="426720"/>
                </a:cubicBezTo>
                <a:cubicBezTo>
                  <a:pt x="1061720" y="506730"/>
                  <a:pt x="1045210" y="825500"/>
                  <a:pt x="1037590" y="979170"/>
                </a:cubicBezTo>
                <a:cubicBezTo>
                  <a:pt x="1031240" y="1090930"/>
                  <a:pt x="1022350" y="1195070"/>
                  <a:pt x="1007110" y="1266190"/>
                </a:cubicBezTo>
                <a:cubicBezTo>
                  <a:pt x="998220" y="1310640"/>
                  <a:pt x="998220" y="1347470"/>
                  <a:pt x="972820" y="1369060"/>
                </a:cubicBezTo>
                <a:cubicBezTo>
                  <a:pt x="944880" y="1393190"/>
                  <a:pt x="877570" y="1405890"/>
                  <a:pt x="840740" y="1393190"/>
                </a:cubicBezTo>
                <a:cubicBezTo>
                  <a:pt x="805180" y="1380490"/>
                  <a:pt x="779780" y="1338580"/>
                  <a:pt x="756920" y="1292860"/>
                </a:cubicBezTo>
                <a:cubicBezTo>
                  <a:pt x="721360" y="1226820"/>
                  <a:pt x="692150" y="1096010"/>
                  <a:pt x="681990" y="1013460"/>
                </a:cubicBezTo>
                <a:cubicBezTo>
                  <a:pt x="674370" y="949960"/>
                  <a:pt x="680720" y="895350"/>
                  <a:pt x="684530" y="839470"/>
                </a:cubicBezTo>
                <a:cubicBezTo>
                  <a:pt x="688340" y="786130"/>
                  <a:pt x="690880" y="745490"/>
                  <a:pt x="703580" y="684530"/>
                </a:cubicBezTo>
                <a:cubicBezTo>
                  <a:pt x="722630" y="594360"/>
                  <a:pt x="765810" y="402590"/>
                  <a:pt x="805180" y="354330"/>
                </a:cubicBezTo>
                <a:cubicBezTo>
                  <a:pt x="820420" y="335280"/>
                  <a:pt x="836930" y="330200"/>
                  <a:pt x="853440" y="327660"/>
                </a:cubicBezTo>
                <a:cubicBezTo>
                  <a:pt x="871220" y="325120"/>
                  <a:pt x="894080" y="330200"/>
                  <a:pt x="909320" y="340360"/>
                </a:cubicBezTo>
                <a:cubicBezTo>
                  <a:pt x="923290" y="349250"/>
                  <a:pt x="935990" y="370840"/>
                  <a:pt x="941070" y="386080"/>
                </a:cubicBezTo>
                <a:cubicBezTo>
                  <a:pt x="946150" y="397510"/>
                  <a:pt x="946150" y="406400"/>
                  <a:pt x="942340" y="422910"/>
                </a:cubicBezTo>
                <a:cubicBezTo>
                  <a:pt x="933450" y="462280"/>
                  <a:pt x="877570" y="544830"/>
                  <a:pt x="855980" y="608330"/>
                </a:cubicBezTo>
                <a:cubicBezTo>
                  <a:pt x="833120" y="674370"/>
                  <a:pt x="830580" y="737870"/>
                  <a:pt x="807720" y="812800"/>
                </a:cubicBezTo>
                <a:cubicBezTo>
                  <a:pt x="778510" y="909320"/>
                  <a:pt x="725170" y="1054100"/>
                  <a:pt x="683260" y="1135380"/>
                </a:cubicBezTo>
                <a:cubicBezTo>
                  <a:pt x="655320" y="1188720"/>
                  <a:pt x="623570" y="1242060"/>
                  <a:pt x="598170" y="1262380"/>
                </a:cubicBezTo>
                <a:cubicBezTo>
                  <a:pt x="585470" y="1272540"/>
                  <a:pt x="575310" y="1275080"/>
                  <a:pt x="562610" y="1275080"/>
                </a:cubicBezTo>
                <a:cubicBezTo>
                  <a:pt x="546100" y="1276350"/>
                  <a:pt x="521970" y="1273810"/>
                  <a:pt x="506730" y="1262380"/>
                </a:cubicBezTo>
                <a:cubicBezTo>
                  <a:pt x="490220" y="1248410"/>
                  <a:pt x="481330" y="1231900"/>
                  <a:pt x="472440" y="1195070"/>
                </a:cubicBezTo>
                <a:cubicBezTo>
                  <a:pt x="443230" y="1082040"/>
                  <a:pt x="458470" y="525780"/>
                  <a:pt x="469900" y="433070"/>
                </a:cubicBezTo>
                <a:cubicBezTo>
                  <a:pt x="473710" y="412750"/>
                  <a:pt x="473710" y="407670"/>
                  <a:pt x="480060" y="396240"/>
                </a:cubicBezTo>
                <a:cubicBezTo>
                  <a:pt x="488950" y="382270"/>
                  <a:pt x="508000" y="364490"/>
                  <a:pt x="524510" y="358140"/>
                </a:cubicBezTo>
                <a:cubicBezTo>
                  <a:pt x="542290" y="351790"/>
                  <a:pt x="566420" y="353060"/>
                  <a:pt x="582930" y="359410"/>
                </a:cubicBezTo>
                <a:cubicBezTo>
                  <a:pt x="599440" y="365760"/>
                  <a:pt x="615950" y="377190"/>
                  <a:pt x="624840" y="398780"/>
                </a:cubicBezTo>
                <a:cubicBezTo>
                  <a:pt x="642620" y="439420"/>
                  <a:pt x="636270" y="541020"/>
                  <a:pt x="623570" y="609600"/>
                </a:cubicBezTo>
                <a:cubicBezTo>
                  <a:pt x="610870" y="681990"/>
                  <a:pt x="560070" y="762000"/>
                  <a:pt x="543560" y="824230"/>
                </a:cubicBezTo>
                <a:cubicBezTo>
                  <a:pt x="533400" y="868680"/>
                  <a:pt x="538480" y="902970"/>
                  <a:pt x="528320" y="942340"/>
                </a:cubicBezTo>
                <a:cubicBezTo>
                  <a:pt x="518160" y="982980"/>
                  <a:pt x="501650" y="1036320"/>
                  <a:pt x="478790" y="1064260"/>
                </a:cubicBezTo>
                <a:cubicBezTo>
                  <a:pt x="461010" y="1085850"/>
                  <a:pt x="434340" y="1102360"/>
                  <a:pt x="415290" y="1107440"/>
                </a:cubicBezTo>
                <a:cubicBezTo>
                  <a:pt x="401320" y="1109980"/>
                  <a:pt x="388620" y="1107440"/>
                  <a:pt x="375920" y="1102360"/>
                </a:cubicBezTo>
                <a:cubicBezTo>
                  <a:pt x="360680" y="1094740"/>
                  <a:pt x="342900" y="1082040"/>
                  <a:pt x="332740" y="1062990"/>
                </a:cubicBezTo>
                <a:cubicBezTo>
                  <a:pt x="318770" y="1031240"/>
                  <a:pt x="325120" y="963930"/>
                  <a:pt x="327660" y="920750"/>
                </a:cubicBezTo>
                <a:cubicBezTo>
                  <a:pt x="328930" y="883920"/>
                  <a:pt x="330200" y="852170"/>
                  <a:pt x="339090" y="817880"/>
                </a:cubicBezTo>
                <a:cubicBezTo>
                  <a:pt x="350520" y="778510"/>
                  <a:pt x="375920" y="746760"/>
                  <a:pt x="393700" y="701040"/>
                </a:cubicBezTo>
                <a:cubicBezTo>
                  <a:pt x="420370" y="633730"/>
                  <a:pt x="449580" y="515620"/>
                  <a:pt x="476250" y="453390"/>
                </a:cubicBezTo>
                <a:cubicBezTo>
                  <a:pt x="492760" y="414020"/>
                  <a:pt x="502920" y="377190"/>
                  <a:pt x="524510" y="359410"/>
                </a:cubicBezTo>
                <a:cubicBezTo>
                  <a:pt x="539750" y="345440"/>
                  <a:pt x="561340" y="340360"/>
                  <a:pt x="579120" y="341630"/>
                </a:cubicBezTo>
                <a:cubicBezTo>
                  <a:pt x="596900" y="342900"/>
                  <a:pt x="619760" y="350520"/>
                  <a:pt x="632460" y="364490"/>
                </a:cubicBezTo>
                <a:cubicBezTo>
                  <a:pt x="646430" y="381000"/>
                  <a:pt x="659130" y="415290"/>
                  <a:pt x="655320" y="436880"/>
                </a:cubicBezTo>
                <a:cubicBezTo>
                  <a:pt x="652780" y="457200"/>
                  <a:pt x="631190" y="466090"/>
                  <a:pt x="618490" y="491490"/>
                </a:cubicBezTo>
                <a:cubicBezTo>
                  <a:pt x="594360" y="537210"/>
                  <a:pt x="577850" y="623570"/>
                  <a:pt x="543560" y="694690"/>
                </a:cubicBezTo>
                <a:cubicBezTo>
                  <a:pt x="499110" y="783590"/>
                  <a:pt x="408940" y="920750"/>
                  <a:pt x="364490" y="979170"/>
                </a:cubicBezTo>
                <a:cubicBezTo>
                  <a:pt x="341630" y="1008380"/>
                  <a:pt x="331470" y="1027430"/>
                  <a:pt x="308610" y="1041400"/>
                </a:cubicBezTo>
                <a:cubicBezTo>
                  <a:pt x="288290" y="1055370"/>
                  <a:pt x="261620" y="1065530"/>
                  <a:pt x="234950" y="1062990"/>
                </a:cubicBezTo>
                <a:cubicBezTo>
                  <a:pt x="200660" y="1060450"/>
                  <a:pt x="146050" y="1036320"/>
                  <a:pt x="121920" y="1007110"/>
                </a:cubicBezTo>
                <a:cubicBezTo>
                  <a:pt x="99060" y="979170"/>
                  <a:pt x="95250" y="937260"/>
                  <a:pt x="92710" y="892810"/>
                </a:cubicBezTo>
                <a:cubicBezTo>
                  <a:pt x="88900" y="833120"/>
                  <a:pt x="101600" y="751840"/>
                  <a:pt x="119380" y="680720"/>
                </a:cubicBezTo>
                <a:cubicBezTo>
                  <a:pt x="138430" y="601980"/>
                  <a:pt x="175260" y="515620"/>
                  <a:pt x="208280" y="443230"/>
                </a:cubicBezTo>
                <a:cubicBezTo>
                  <a:pt x="236220" y="378460"/>
                  <a:pt x="257810" y="302260"/>
                  <a:pt x="302260" y="264160"/>
                </a:cubicBezTo>
                <a:cubicBezTo>
                  <a:pt x="340360" y="232410"/>
                  <a:pt x="405130" y="210820"/>
                  <a:pt x="445770" y="219710"/>
                </a:cubicBezTo>
                <a:cubicBezTo>
                  <a:pt x="481330" y="227330"/>
                  <a:pt x="519430" y="267970"/>
                  <a:pt x="534670" y="300990"/>
                </a:cubicBezTo>
                <a:cubicBezTo>
                  <a:pt x="548640" y="332740"/>
                  <a:pt x="541020" y="361950"/>
                  <a:pt x="538480" y="410210"/>
                </a:cubicBezTo>
                <a:cubicBezTo>
                  <a:pt x="534670" y="509270"/>
                  <a:pt x="500380" y="765810"/>
                  <a:pt x="480060" y="857250"/>
                </a:cubicBezTo>
                <a:cubicBezTo>
                  <a:pt x="469900" y="899160"/>
                  <a:pt x="457200" y="905510"/>
                  <a:pt x="450850" y="947420"/>
                </a:cubicBezTo>
                <a:cubicBezTo>
                  <a:pt x="438150" y="1029970"/>
                  <a:pt x="476250" y="1263650"/>
                  <a:pt x="450850" y="1330960"/>
                </a:cubicBezTo>
                <a:cubicBezTo>
                  <a:pt x="439420" y="1360170"/>
                  <a:pt x="421640" y="1375410"/>
                  <a:pt x="403860" y="1384300"/>
                </a:cubicBezTo>
                <a:cubicBezTo>
                  <a:pt x="388620" y="1390650"/>
                  <a:pt x="364490" y="1388110"/>
                  <a:pt x="350520" y="1384300"/>
                </a:cubicBezTo>
                <a:cubicBezTo>
                  <a:pt x="337820" y="1380490"/>
                  <a:pt x="328930" y="1372870"/>
                  <a:pt x="321310" y="1362710"/>
                </a:cubicBezTo>
                <a:cubicBezTo>
                  <a:pt x="311150" y="1351280"/>
                  <a:pt x="306070" y="1339850"/>
                  <a:pt x="302260" y="1313180"/>
                </a:cubicBezTo>
                <a:cubicBezTo>
                  <a:pt x="287020" y="1229360"/>
                  <a:pt x="298450" y="918210"/>
                  <a:pt x="314960" y="764540"/>
                </a:cubicBezTo>
                <a:cubicBezTo>
                  <a:pt x="326390" y="652780"/>
                  <a:pt x="356870" y="581660"/>
                  <a:pt x="369570" y="473710"/>
                </a:cubicBezTo>
                <a:cubicBezTo>
                  <a:pt x="384810" y="342900"/>
                  <a:pt x="358140" y="93980"/>
                  <a:pt x="392430" y="34290"/>
                </a:cubicBezTo>
                <a:cubicBezTo>
                  <a:pt x="403860" y="13970"/>
                  <a:pt x="420370" y="7620"/>
                  <a:pt x="438150" y="5080"/>
                </a:cubicBezTo>
                <a:cubicBezTo>
                  <a:pt x="458470" y="1270"/>
                  <a:pt x="492760" y="11430"/>
                  <a:pt x="508000" y="24130"/>
                </a:cubicBezTo>
                <a:cubicBezTo>
                  <a:pt x="521970" y="35560"/>
                  <a:pt x="529590" y="58420"/>
                  <a:pt x="532130" y="73660"/>
                </a:cubicBezTo>
                <a:cubicBezTo>
                  <a:pt x="534670" y="86360"/>
                  <a:pt x="532130" y="93980"/>
                  <a:pt x="527050" y="110490"/>
                </a:cubicBezTo>
                <a:cubicBezTo>
                  <a:pt x="510540" y="152400"/>
                  <a:pt x="439420" y="233680"/>
                  <a:pt x="398780" y="317500"/>
                </a:cubicBezTo>
                <a:cubicBezTo>
                  <a:pt x="341630" y="431800"/>
                  <a:pt x="283210" y="643890"/>
                  <a:pt x="237490" y="744220"/>
                </a:cubicBezTo>
                <a:cubicBezTo>
                  <a:pt x="210820" y="801370"/>
                  <a:pt x="175260" y="828040"/>
                  <a:pt x="166370" y="873760"/>
                </a:cubicBezTo>
                <a:cubicBezTo>
                  <a:pt x="158750" y="915670"/>
                  <a:pt x="198120" y="991870"/>
                  <a:pt x="180340" y="1005840"/>
                </a:cubicBezTo>
                <a:cubicBezTo>
                  <a:pt x="165100" y="1017270"/>
                  <a:pt x="86360" y="991870"/>
                  <a:pt x="80010" y="967740"/>
                </a:cubicBezTo>
                <a:cubicBezTo>
                  <a:pt x="69850" y="928370"/>
                  <a:pt x="195580" y="802640"/>
                  <a:pt x="259080" y="763270"/>
                </a:cubicBezTo>
                <a:cubicBezTo>
                  <a:pt x="307340" y="732790"/>
                  <a:pt x="368300" y="718820"/>
                  <a:pt x="410210" y="722630"/>
                </a:cubicBezTo>
                <a:cubicBezTo>
                  <a:pt x="441960" y="725170"/>
                  <a:pt x="474980" y="741680"/>
                  <a:pt x="492760" y="759460"/>
                </a:cubicBezTo>
                <a:cubicBezTo>
                  <a:pt x="505460" y="773430"/>
                  <a:pt x="514350" y="792480"/>
                  <a:pt x="514350" y="811530"/>
                </a:cubicBezTo>
                <a:cubicBezTo>
                  <a:pt x="514350" y="831850"/>
                  <a:pt x="500380" y="863600"/>
                  <a:pt x="482600" y="877570"/>
                </a:cubicBezTo>
                <a:cubicBezTo>
                  <a:pt x="466090" y="890270"/>
                  <a:pt x="410210" y="889000"/>
                  <a:pt x="410210" y="88900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5715298" y="4141470"/>
            <a:ext cx="1458278" cy="1068705"/>
          </a:xfrm>
          <a:custGeom>
            <a:avLst/>
            <a:gdLst/>
            <a:ahLst/>
            <a:cxnLst/>
            <a:rect l="l" t="t" r="r" b="b"/>
            <a:pathLst>
              <a:path w="1944370" h="1424940" extrusionOk="0">
                <a:moveTo>
                  <a:pt x="0" y="673100"/>
                </a:moveTo>
                <a:cubicBezTo>
                  <a:pt x="0" y="661670"/>
                  <a:pt x="0" y="656590"/>
                  <a:pt x="0" y="656590"/>
                </a:cubicBezTo>
                <a:cubicBezTo>
                  <a:pt x="0" y="656590"/>
                  <a:pt x="1270" y="651510"/>
                  <a:pt x="2540" y="648970"/>
                </a:cubicBezTo>
                <a:cubicBezTo>
                  <a:pt x="2540" y="646430"/>
                  <a:pt x="3810" y="641350"/>
                  <a:pt x="5080" y="641350"/>
                </a:cubicBezTo>
                <a:cubicBezTo>
                  <a:pt x="5080" y="641350"/>
                  <a:pt x="7620" y="636270"/>
                  <a:pt x="8890" y="635000"/>
                </a:cubicBezTo>
                <a:cubicBezTo>
                  <a:pt x="10160" y="632460"/>
                  <a:pt x="12700" y="627380"/>
                  <a:pt x="12700" y="627380"/>
                </a:cubicBezTo>
                <a:cubicBezTo>
                  <a:pt x="12700" y="627380"/>
                  <a:pt x="16510" y="623570"/>
                  <a:pt x="17780" y="622300"/>
                </a:cubicBezTo>
                <a:cubicBezTo>
                  <a:pt x="20320" y="619760"/>
                  <a:pt x="22860" y="615950"/>
                  <a:pt x="24130" y="615950"/>
                </a:cubicBezTo>
                <a:cubicBezTo>
                  <a:pt x="24130" y="615950"/>
                  <a:pt x="27940" y="613410"/>
                  <a:pt x="30480" y="612140"/>
                </a:cubicBezTo>
                <a:cubicBezTo>
                  <a:pt x="33020" y="610870"/>
                  <a:pt x="36830" y="607060"/>
                  <a:pt x="36830" y="607060"/>
                </a:cubicBezTo>
                <a:cubicBezTo>
                  <a:pt x="36830" y="607060"/>
                  <a:pt x="41910" y="605790"/>
                  <a:pt x="44450" y="604520"/>
                </a:cubicBezTo>
                <a:cubicBezTo>
                  <a:pt x="46990" y="604520"/>
                  <a:pt x="52070" y="601980"/>
                  <a:pt x="52070" y="601980"/>
                </a:cubicBezTo>
                <a:cubicBezTo>
                  <a:pt x="52070" y="601980"/>
                  <a:pt x="57150" y="601980"/>
                  <a:pt x="59690" y="601980"/>
                </a:cubicBezTo>
                <a:cubicBezTo>
                  <a:pt x="62230" y="601980"/>
                  <a:pt x="68580" y="600710"/>
                  <a:pt x="68580" y="600710"/>
                </a:cubicBezTo>
                <a:cubicBezTo>
                  <a:pt x="68580" y="600710"/>
                  <a:pt x="86360" y="603250"/>
                  <a:pt x="100330" y="604520"/>
                </a:cubicBezTo>
                <a:cubicBezTo>
                  <a:pt x="125730" y="607060"/>
                  <a:pt x="173990" y="612140"/>
                  <a:pt x="213360" y="617220"/>
                </a:cubicBezTo>
                <a:cubicBezTo>
                  <a:pt x="257810" y="622300"/>
                  <a:pt x="302260" y="624840"/>
                  <a:pt x="353060" y="632460"/>
                </a:cubicBezTo>
                <a:cubicBezTo>
                  <a:pt x="410210" y="640080"/>
                  <a:pt x="533400" y="675640"/>
                  <a:pt x="539750" y="662940"/>
                </a:cubicBezTo>
                <a:cubicBezTo>
                  <a:pt x="543560" y="656590"/>
                  <a:pt x="519430" y="641350"/>
                  <a:pt x="509270" y="627380"/>
                </a:cubicBezTo>
                <a:cubicBezTo>
                  <a:pt x="494030" y="607060"/>
                  <a:pt x="471170" y="579120"/>
                  <a:pt x="459740" y="552450"/>
                </a:cubicBezTo>
                <a:cubicBezTo>
                  <a:pt x="448310" y="528320"/>
                  <a:pt x="439420" y="501650"/>
                  <a:pt x="439420" y="473710"/>
                </a:cubicBezTo>
                <a:cubicBezTo>
                  <a:pt x="438150" y="443230"/>
                  <a:pt x="440690" y="397510"/>
                  <a:pt x="462280" y="374650"/>
                </a:cubicBezTo>
                <a:cubicBezTo>
                  <a:pt x="488950" y="347980"/>
                  <a:pt x="565150" y="337820"/>
                  <a:pt x="605790" y="341630"/>
                </a:cubicBezTo>
                <a:cubicBezTo>
                  <a:pt x="638810" y="345440"/>
                  <a:pt x="661670" y="367030"/>
                  <a:pt x="688340" y="378460"/>
                </a:cubicBezTo>
                <a:cubicBezTo>
                  <a:pt x="716280" y="388620"/>
                  <a:pt x="741680" y="397510"/>
                  <a:pt x="770890" y="407670"/>
                </a:cubicBezTo>
                <a:cubicBezTo>
                  <a:pt x="802640" y="417830"/>
                  <a:pt x="838200" y="425450"/>
                  <a:pt x="872490" y="438150"/>
                </a:cubicBezTo>
                <a:cubicBezTo>
                  <a:pt x="908050" y="450850"/>
                  <a:pt x="971550" y="486410"/>
                  <a:pt x="981710" y="482600"/>
                </a:cubicBezTo>
                <a:cubicBezTo>
                  <a:pt x="982980" y="482600"/>
                  <a:pt x="982980" y="480060"/>
                  <a:pt x="984250" y="478790"/>
                </a:cubicBezTo>
                <a:cubicBezTo>
                  <a:pt x="985520" y="476250"/>
                  <a:pt x="989330" y="469900"/>
                  <a:pt x="989330" y="469900"/>
                </a:cubicBezTo>
                <a:cubicBezTo>
                  <a:pt x="990600" y="469900"/>
                  <a:pt x="994410" y="466090"/>
                  <a:pt x="996950" y="463550"/>
                </a:cubicBezTo>
                <a:cubicBezTo>
                  <a:pt x="999490" y="461010"/>
                  <a:pt x="1004570" y="457200"/>
                  <a:pt x="1004570" y="457200"/>
                </a:cubicBezTo>
                <a:cubicBezTo>
                  <a:pt x="1005840" y="457200"/>
                  <a:pt x="1010920" y="453390"/>
                  <a:pt x="1014730" y="452120"/>
                </a:cubicBezTo>
                <a:cubicBezTo>
                  <a:pt x="1017270" y="450850"/>
                  <a:pt x="1022350" y="447040"/>
                  <a:pt x="1023620" y="447040"/>
                </a:cubicBezTo>
                <a:cubicBezTo>
                  <a:pt x="1023620" y="447040"/>
                  <a:pt x="1029970" y="445770"/>
                  <a:pt x="1032510" y="444500"/>
                </a:cubicBezTo>
                <a:cubicBezTo>
                  <a:pt x="1036320" y="444500"/>
                  <a:pt x="1042670" y="443230"/>
                  <a:pt x="1042670" y="443230"/>
                </a:cubicBezTo>
                <a:cubicBezTo>
                  <a:pt x="1042670" y="443230"/>
                  <a:pt x="1042670" y="443230"/>
                  <a:pt x="1042670" y="441960"/>
                </a:cubicBezTo>
                <a:cubicBezTo>
                  <a:pt x="1042670" y="441960"/>
                  <a:pt x="1049020" y="441960"/>
                  <a:pt x="1052830" y="441960"/>
                </a:cubicBezTo>
                <a:cubicBezTo>
                  <a:pt x="1056640" y="441960"/>
                  <a:pt x="1062990" y="441960"/>
                  <a:pt x="1062990" y="441960"/>
                </a:cubicBezTo>
                <a:cubicBezTo>
                  <a:pt x="1062990" y="443230"/>
                  <a:pt x="1069340" y="444500"/>
                  <a:pt x="1073150" y="444500"/>
                </a:cubicBezTo>
                <a:cubicBezTo>
                  <a:pt x="1075690" y="445770"/>
                  <a:pt x="1083310" y="447040"/>
                  <a:pt x="1083310" y="447040"/>
                </a:cubicBezTo>
                <a:cubicBezTo>
                  <a:pt x="1083310" y="447040"/>
                  <a:pt x="1088390" y="450850"/>
                  <a:pt x="1092200" y="452120"/>
                </a:cubicBezTo>
                <a:cubicBezTo>
                  <a:pt x="1094740" y="453390"/>
                  <a:pt x="1101090" y="457200"/>
                  <a:pt x="1101090" y="457200"/>
                </a:cubicBezTo>
                <a:cubicBezTo>
                  <a:pt x="1101090" y="457200"/>
                  <a:pt x="1106170" y="461010"/>
                  <a:pt x="1108710" y="463550"/>
                </a:cubicBezTo>
                <a:cubicBezTo>
                  <a:pt x="1111250" y="466090"/>
                  <a:pt x="1116330" y="469900"/>
                  <a:pt x="1116330" y="469900"/>
                </a:cubicBezTo>
                <a:cubicBezTo>
                  <a:pt x="1116330" y="469900"/>
                  <a:pt x="1120140" y="476250"/>
                  <a:pt x="1121410" y="478790"/>
                </a:cubicBezTo>
                <a:cubicBezTo>
                  <a:pt x="1123950" y="481330"/>
                  <a:pt x="1127760" y="486410"/>
                  <a:pt x="1127760" y="486410"/>
                </a:cubicBezTo>
                <a:cubicBezTo>
                  <a:pt x="1127760" y="487680"/>
                  <a:pt x="1130300" y="492760"/>
                  <a:pt x="1131570" y="496570"/>
                </a:cubicBezTo>
                <a:cubicBezTo>
                  <a:pt x="1132840" y="499110"/>
                  <a:pt x="1134110" y="505460"/>
                  <a:pt x="1135380" y="505460"/>
                </a:cubicBezTo>
                <a:cubicBezTo>
                  <a:pt x="1135380" y="506730"/>
                  <a:pt x="1134110" y="514350"/>
                  <a:pt x="1135380" y="515620"/>
                </a:cubicBezTo>
                <a:cubicBezTo>
                  <a:pt x="1137920" y="515620"/>
                  <a:pt x="1145540" y="502920"/>
                  <a:pt x="1148080" y="497840"/>
                </a:cubicBezTo>
                <a:cubicBezTo>
                  <a:pt x="1149350" y="492760"/>
                  <a:pt x="1148080" y="488950"/>
                  <a:pt x="1148080" y="481330"/>
                </a:cubicBezTo>
                <a:cubicBezTo>
                  <a:pt x="1150620" y="461010"/>
                  <a:pt x="1155700" y="396240"/>
                  <a:pt x="1162050" y="360680"/>
                </a:cubicBezTo>
                <a:cubicBezTo>
                  <a:pt x="1168400" y="332740"/>
                  <a:pt x="1174750" y="309880"/>
                  <a:pt x="1182370" y="284480"/>
                </a:cubicBezTo>
                <a:cubicBezTo>
                  <a:pt x="1189990" y="260350"/>
                  <a:pt x="1196340" y="240030"/>
                  <a:pt x="1206500" y="212090"/>
                </a:cubicBezTo>
                <a:cubicBezTo>
                  <a:pt x="1221740" y="172720"/>
                  <a:pt x="1243330" y="105410"/>
                  <a:pt x="1266190" y="69850"/>
                </a:cubicBezTo>
                <a:cubicBezTo>
                  <a:pt x="1282700" y="44450"/>
                  <a:pt x="1296670" y="19050"/>
                  <a:pt x="1320800" y="10160"/>
                </a:cubicBezTo>
                <a:cubicBezTo>
                  <a:pt x="1351280" y="0"/>
                  <a:pt x="1417320" y="5080"/>
                  <a:pt x="1442720" y="27940"/>
                </a:cubicBezTo>
                <a:cubicBezTo>
                  <a:pt x="1468120" y="52070"/>
                  <a:pt x="1460500" y="146050"/>
                  <a:pt x="1469390" y="154940"/>
                </a:cubicBezTo>
                <a:cubicBezTo>
                  <a:pt x="1470660" y="157480"/>
                  <a:pt x="1471930" y="157480"/>
                  <a:pt x="1474470" y="157480"/>
                </a:cubicBezTo>
                <a:cubicBezTo>
                  <a:pt x="1480820" y="154940"/>
                  <a:pt x="1487170" y="130810"/>
                  <a:pt x="1499870" y="123190"/>
                </a:cubicBezTo>
                <a:cubicBezTo>
                  <a:pt x="1518920" y="113030"/>
                  <a:pt x="1558290" y="105410"/>
                  <a:pt x="1582420" y="114300"/>
                </a:cubicBezTo>
                <a:cubicBezTo>
                  <a:pt x="1610360" y="124460"/>
                  <a:pt x="1635760" y="160020"/>
                  <a:pt x="1652270" y="190500"/>
                </a:cubicBezTo>
                <a:cubicBezTo>
                  <a:pt x="1668780" y="222250"/>
                  <a:pt x="1672590" y="266700"/>
                  <a:pt x="1677670" y="302260"/>
                </a:cubicBezTo>
                <a:cubicBezTo>
                  <a:pt x="1682750" y="335280"/>
                  <a:pt x="1684020" y="373380"/>
                  <a:pt x="1685290" y="400050"/>
                </a:cubicBezTo>
                <a:cubicBezTo>
                  <a:pt x="1685290" y="416560"/>
                  <a:pt x="1680210" y="439420"/>
                  <a:pt x="1685290" y="443230"/>
                </a:cubicBezTo>
                <a:cubicBezTo>
                  <a:pt x="1687830" y="444500"/>
                  <a:pt x="1690370" y="439420"/>
                  <a:pt x="1695450" y="439420"/>
                </a:cubicBezTo>
                <a:cubicBezTo>
                  <a:pt x="1710690" y="440690"/>
                  <a:pt x="1774190" y="457200"/>
                  <a:pt x="1797050" y="482600"/>
                </a:cubicBezTo>
                <a:cubicBezTo>
                  <a:pt x="1819910" y="510540"/>
                  <a:pt x="1830070" y="562610"/>
                  <a:pt x="1830070" y="601980"/>
                </a:cubicBezTo>
                <a:cubicBezTo>
                  <a:pt x="1830070" y="640080"/>
                  <a:pt x="1812290" y="679450"/>
                  <a:pt x="1795780" y="713740"/>
                </a:cubicBezTo>
                <a:cubicBezTo>
                  <a:pt x="1778000" y="748030"/>
                  <a:pt x="1746250" y="784860"/>
                  <a:pt x="1727200" y="805180"/>
                </a:cubicBezTo>
                <a:cubicBezTo>
                  <a:pt x="1715770" y="816610"/>
                  <a:pt x="1694180" y="820420"/>
                  <a:pt x="1695450" y="828040"/>
                </a:cubicBezTo>
                <a:cubicBezTo>
                  <a:pt x="1695450" y="838200"/>
                  <a:pt x="1727200" y="844550"/>
                  <a:pt x="1747520" y="855980"/>
                </a:cubicBezTo>
                <a:cubicBezTo>
                  <a:pt x="1772920" y="871220"/>
                  <a:pt x="1808480" y="890270"/>
                  <a:pt x="1838960" y="910590"/>
                </a:cubicBezTo>
                <a:cubicBezTo>
                  <a:pt x="1870710" y="932180"/>
                  <a:pt x="1920240" y="951230"/>
                  <a:pt x="1932940" y="980440"/>
                </a:cubicBezTo>
                <a:cubicBezTo>
                  <a:pt x="1944370" y="1007110"/>
                  <a:pt x="1940560" y="1051560"/>
                  <a:pt x="1925320" y="1074420"/>
                </a:cubicBezTo>
                <a:cubicBezTo>
                  <a:pt x="1907540" y="1097280"/>
                  <a:pt x="1863090" y="1109980"/>
                  <a:pt x="1831340" y="1116330"/>
                </a:cubicBezTo>
                <a:cubicBezTo>
                  <a:pt x="1802130" y="1121410"/>
                  <a:pt x="1770380" y="1115060"/>
                  <a:pt x="1742440" y="1109980"/>
                </a:cubicBezTo>
                <a:cubicBezTo>
                  <a:pt x="1715770" y="1104900"/>
                  <a:pt x="1686560" y="1094740"/>
                  <a:pt x="1667510" y="1087120"/>
                </a:cubicBezTo>
                <a:cubicBezTo>
                  <a:pt x="1657350" y="1083310"/>
                  <a:pt x="1645920" y="1073150"/>
                  <a:pt x="1642110" y="1075690"/>
                </a:cubicBezTo>
                <a:cubicBezTo>
                  <a:pt x="1639570" y="1076960"/>
                  <a:pt x="1640840" y="1082040"/>
                  <a:pt x="1639570" y="1087120"/>
                </a:cubicBezTo>
                <a:cubicBezTo>
                  <a:pt x="1638300" y="1102360"/>
                  <a:pt x="1634490" y="1137920"/>
                  <a:pt x="1629410" y="1164590"/>
                </a:cubicBezTo>
                <a:cubicBezTo>
                  <a:pt x="1623060" y="1196340"/>
                  <a:pt x="1614170" y="1233170"/>
                  <a:pt x="1606550" y="1266190"/>
                </a:cubicBezTo>
                <a:cubicBezTo>
                  <a:pt x="1598930" y="1296670"/>
                  <a:pt x="1584960" y="1356360"/>
                  <a:pt x="1584960" y="1356360"/>
                </a:cubicBezTo>
                <a:cubicBezTo>
                  <a:pt x="1584960" y="1356360"/>
                  <a:pt x="1583690" y="1362710"/>
                  <a:pt x="1583690" y="1365250"/>
                </a:cubicBezTo>
                <a:cubicBezTo>
                  <a:pt x="1583690" y="1367790"/>
                  <a:pt x="1582420" y="1372870"/>
                  <a:pt x="1582420" y="1372870"/>
                </a:cubicBezTo>
                <a:cubicBezTo>
                  <a:pt x="1582420" y="1372870"/>
                  <a:pt x="1581150" y="1377950"/>
                  <a:pt x="1579880" y="1380490"/>
                </a:cubicBezTo>
                <a:cubicBezTo>
                  <a:pt x="1578610" y="1383030"/>
                  <a:pt x="1577340" y="1388110"/>
                  <a:pt x="1577340" y="1388110"/>
                </a:cubicBezTo>
                <a:cubicBezTo>
                  <a:pt x="1577340" y="1388110"/>
                  <a:pt x="1573530" y="1393190"/>
                  <a:pt x="1572260" y="1394460"/>
                </a:cubicBezTo>
                <a:cubicBezTo>
                  <a:pt x="1570990" y="1397000"/>
                  <a:pt x="1567180" y="1402080"/>
                  <a:pt x="1567180" y="1402080"/>
                </a:cubicBezTo>
                <a:cubicBezTo>
                  <a:pt x="1567180" y="1402080"/>
                  <a:pt x="1563370" y="1405890"/>
                  <a:pt x="1562100" y="1407160"/>
                </a:cubicBezTo>
                <a:cubicBezTo>
                  <a:pt x="1559560" y="1409700"/>
                  <a:pt x="1555750" y="1412240"/>
                  <a:pt x="1555750" y="1412240"/>
                </a:cubicBezTo>
                <a:cubicBezTo>
                  <a:pt x="1555750" y="1412240"/>
                  <a:pt x="1550670" y="1414780"/>
                  <a:pt x="1548130" y="1416050"/>
                </a:cubicBezTo>
                <a:cubicBezTo>
                  <a:pt x="1545590" y="1417320"/>
                  <a:pt x="1540510" y="1419860"/>
                  <a:pt x="1540510" y="1419860"/>
                </a:cubicBezTo>
                <a:cubicBezTo>
                  <a:pt x="1540510" y="1419860"/>
                  <a:pt x="1535430" y="1421130"/>
                  <a:pt x="1532890" y="1422400"/>
                </a:cubicBezTo>
                <a:cubicBezTo>
                  <a:pt x="1530350" y="1423670"/>
                  <a:pt x="1525270" y="1424940"/>
                  <a:pt x="1525270" y="1424940"/>
                </a:cubicBezTo>
                <a:cubicBezTo>
                  <a:pt x="1525270" y="1424940"/>
                  <a:pt x="1520190" y="1424940"/>
                  <a:pt x="1516380" y="1424940"/>
                </a:cubicBezTo>
                <a:cubicBezTo>
                  <a:pt x="1513840" y="1424940"/>
                  <a:pt x="1508760" y="1424940"/>
                  <a:pt x="1508760" y="1424940"/>
                </a:cubicBezTo>
                <a:cubicBezTo>
                  <a:pt x="1508760" y="1424940"/>
                  <a:pt x="1503680" y="1423670"/>
                  <a:pt x="1501140" y="1422400"/>
                </a:cubicBezTo>
                <a:cubicBezTo>
                  <a:pt x="1498600" y="1422400"/>
                  <a:pt x="1493520" y="1421130"/>
                  <a:pt x="1492250" y="1421130"/>
                </a:cubicBezTo>
                <a:cubicBezTo>
                  <a:pt x="1492250" y="1421130"/>
                  <a:pt x="1488440" y="1418590"/>
                  <a:pt x="1485900" y="1417320"/>
                </a:cubicBezTo>
                <a:cubicBezTo>
                  <a:pt x="1483360" y="1416050"/>
                  <a:pt x="1478280" y="1413510"/>
                  <a:pt x="1478280" y="1413510"/>
                </a:cubicBezTo>
                <a:cubicBezTo>
                  <a:pt x="1478280" y="1413510"/>
                  <a:pt x="1474470" y="1409700"/>
                  <a:pt x="1471930" y="1407160"/>
                </a:cubicBezTo>
                <a:cubicBezTo>
                  <a:pt x="1470660" y="1405890"/>
                  <a:pt x="1465580" y="1402080"/>
                  <a:pt x="1465580" y="1402080"/>
                </a:cubicBezTo>
                <a:cubicBezTo>
                  <a:pt x="1465580" y="1402080"/>
                  <a:pt x="1463040" y="1398270"/>
                  <a:pt x="1461770" y="1395730"/>
                </a:cubicBezTo>
                <a:cubicBezTo>
                  <a:pt x="1459230" y="1393190"/>
                  <a:pt x="1456690" y="1389380"/>
                  <a:pt x="1456690" y="1389380"/>
                </a:cubicBezTo>
                <a:cubicBezTo>
                  <a:pt x="1456690" y="1389380"/>
                  <a:pt x="1454150" y="1384300"/>
                  <a:pt x="1454150" y="1381760"/>
                </a:cubicBezTo>
                <a:cubicBezTo>
                  <a:pt x="1452880" y="1379220"/>
                  <a:pt x="1450340" y="1374140"/>
                  <a:pt x="1450340" y="1374140"/>
                </a:cubicBezTo>
                <a:cubicBezTo>
                  <a:pt x="1450340" y="1372870"/>
                  <a:pt x="1450340" y="1367790"/>
                  <a:pt x="1450340" y="1365250"/>
                </a:cubicBezTo>
                <a:cubicBezTo>
                  <a:pt x="1449070" y="1362710"/>
                  <a:pt x="1449070" y="1357630"/>
                  <a:pt x="1449070" y="1357630"/>
                </a:cubicBezTo>
                <a:cubicBezTo>
                  <a:pt x="1449070" y="1357630"/>
                  <a:pt x="1449070" y="1357630"/>
                  <a:pt x="1449070" y="1356360"/>
                </a:cubicBezTo>
                <a:cubicBezTo>
                  <a:pt x="1449070" y="1351280"/>
                  <a:pt x="1450340" y="1295400"/>
                  <a:pt x="1451610" y="1264920"/>
                </a:cubicBezTo>
                <a:cubicBezTo>
                  <a:pt x="1451610" y="1235710"/>
                  <a:pt x="1451610" y="1210310"/>
                  <a:pt x="1451610" y="1178560"/>
                </a:cubicBezTo>
                <a:cubicBezTo>
                  <a:pt x="1451610" y="1137920"/>
                  <a:pt x="1450340" y="1038860"/>
                  <a:pt x="1447800" y="1038860"/>
                </a:cubicBezTo>
                <a:cubicBezTo>
                  <a:pt x="1445260" y="1038860"/>
                  <a:pt x="1445260" y="1056640"/>
                  <a:pt x="1441450" y="1068070"/>
                </a:cubicBezTo>
                <a:cubicBezTo>
                  <a:pt x="1435100" y="1088390"/>
                  <a:pt x="1427480" y="1125220"/>
                  <a:pt x="1409700" y="1146810"/>
                </a:cubicBezTo>
                <a:cubicBezTo>
                  <a:pt x="1391920" y="1169670"/>
                  <a:pt x="1348740" y="1198880"/>
                  <a:pt x="1332230" y="1202690"/>
                </a:cubicBezTo>
                <a:cubicBezTo>
                  <a:pt x="1325880" y="1203960"/>
                  <a:pt x="1320800" y="1197610"/>
                  <a:pt x="1318260" y="1200150"/>
                </a:cubicBezTo>
                <a:cubicBezTo>
                  <a:pt x="1314450" y="1201420"/>
                  <a:pt x="1315720" y="1206500"/>
                  <a:pt x="1311910" y="1210310"/>
                </a:cubicBezTo>
                <a:cubicBezTo>
                  <a:pt x="1299210" y="1220470"/>
                  <a:pt x="1254760" y="1250950"/>
                  <a:pt x="1224280" y="1247140"/>
                </a:cubicBezTo>
                <a:cubicBezTo>
                  <a:pt x="1186180" y="1243330"/>
                  <a:pt x="1116330" y="1176020"/>
                  <a:pt x="1102360" y="1160780"/>
                </a:cubicBezTo>
                <a:cubicBezTo>
                  <a:pt x="1098550" y="1155700"/>
                  <a:pt x="1099820" y="1153160"/>
                  <a:pt x="1097280" y="1150620"/>
                </a:cubicBezTo>
                <a:cubicBezTo>
                  <a:pt x="1094740" y="1148080"/>
                  <a:pt x="1090930" y="1149350"/>
                  <a:pt x="1088390" y="1145540"/>
                </a:cubicBezTo>
                <a:cubicBezTo>
                  <a:pt x="1075690" y="1135380"/>
                  <a:pt x="1047750" y="1089660"/>
                  <a:pt x="1033780" y="1060450"/>
                </a:cubicBezTo>
                <a:cubicBezTo>
                  <a:pt x="1022350" y="1035050"/>
                  <a:pt x="1010920" y="990600"/>
                  <a:pt x="1009650" y="980440"/>
                </a:cubicBezTo>
                <a:cubicBezTo>
                  <a:pt x="1008380" y="977900"/>
                  <a:pt x="1009650" y="977900"/>
                  <a:pt x="1009650" y="975360"/>
                </a:cubicBezTo>
                <a:cubicBezTo>
                  <a:pt x="1007110" y="969010"/>
                  <a:pt x="998220" y="951230"/>
                  <a:pt x="988060" y="944880"/>
                </a:cubicBezTo>
                <a:cubicBezTo>
                  <a:pt x="976630" y="938530"/>
                  <a:pt x="960120" y="944880"/>
                  <a:pt x="943610" y="938530"/>
                </a:cubicBezTo>
                <a:cubicBezTo>
                  <a:pt x="919480" y="929640"/>
                  <a:pt x="886460" y="904240"/>
                  <a:pt x="858520" y="887730"/>
                </a:cubicBezTo>
                <a:cubicBezTo>
                  <a:pt x="833120" y="872490"/>
                  <a:pt x="806450" y="843280"/>
                  <a:pt x="784860" y="843280"/>
                </a:cubicBezTo>
                <a:cubicBezTo>
                  <a:pt x="768350" y="843280"/>
                  <a:pt x="756920" y="857250"/>
                  <a:pt x="740410" y="867410"/>
                </a:cubicBezTo>
                <a:cubicBezTo>
                  <a:pt x="721360" y="880110"/>
                  <a:pt x="701040" y="897890"/>
                  <a:pt x="679450" y="913130"/>
                </a:cubicBezTo>
                <a:cubicBezTo>
                  <a:pt x="655320" y="929640"/>
                  <a:pt x="629920" y="946150"/>
                  <a:pt x="603250" y="962660"/>
                </a:cubicBezTo>
                <a:cubicBezTo>
                  <a:pt x="576580" y="979170"/>
                  <a:pt x="547370" y="994410"/>
                  <a:pt x="518160" y="1009650"/>
                </a:cubicBezTo>
                <a:cubicBezTo>
                  <a:pt x="487680" y="1026160"/>
                  <a:pt x="459740" y="1047750"/>
                  <a:pt x="426720" y="1055370"/>
                </a:cubicBezTo>
                <a:cubicBezTo>
                  <a:pt x="388620" y="1064260"/>
                  <a:pt x="331470" y="1071880"/>
                  <a:pt x="302260" y="1052830"/>
                </a:cubicBezTo>
                <a:cubicBezTo>
                  <a:pt x="271780" y="1032510"/>
                  <a:pt x="250190" y="970280"/>
                  <a:pt x="247650" y="934720"/>
                </a:cubicBezTo>
                <a:cubicBezTo>
                  <a:pt x="245110" y="906780"/>
                  <a:pt x="257810" y="881380"/>
                  <a:pt x="267970" y="857250"/>
                </a:cubicBezTo>
                <a:cubicBezTo>
                  <a:pt x="276860" y="835660"/>
                  <a:pt x="308610" y="805180"/>
                  <a:pt x="304800" y="797560"/>
                </a:cubicBezTo>
                <a:cubicBezTo>
                  <a:pt x="303530" y="793750"/>
                  <a:pt x="295910" y="796290"/>
                  <a:pt x="288290" y="796290"/>
                </a:cubicBezTo>
                <a:cubicBezTo>
                  <a:pt x="271780" y="795020"/>
                  <a:pt x="237490" y="796290"/>
                  <a:pt x="212090" y="792480"/>
                </a:cubicBezTo>
                <a:cubicBezTo>
                  <a:pt x="184150" y="787400"/>
                  <a:pt x="154940" y="779780"/>
                  <a:pt x="129540" y="769620"/>
                </a:cubicBezTo>
                <a:cubicBezTo>
                  <a:pt x="105410" y="760730"/>
                  <a:pt x="63500" y="734060"/>
                  <a:pt x="62230" y="734060"/>
                </a:cubicBezTo>
                <a:cubicBezTo>
                  <a:pt x="62230" y="734060"/>
                  <a:pt x="57150" y="732790"/>
                  <a:pt x="54610" y="732790"/>
                </a:cubicBezTo>
                <a:cubicBezTo>
                  <a:pt x="52070" y="731520"/>
                  <a:pt x="46990" y="731520"/>
                  <a:pt x="46990" y="731520"/>
                </a:cubicBezTo>
                <a:cubicBezTo>
                  <a:pt x="46990" y="731520"/>
                  <a:pt x="41910" y="728980"/>
                  <a:pt x="39370" y="727710"/>
                </a:cubicBezTo>
                <a:cubicBezTo>
                  <a:pt x="36830" y="726440"/>
                  <a:pt x="31750" y="725170"/>
                  <a:pt x="31750" y="725170"/>
                </a:cubicBezTo>
                <a:cubicBezTo>
                  <a:pt x="31750" y="725170"/>
                  <a:pt x="27940" y="721360"/>
                  <a:pt x="25400" y="720090"/>
                </a:cubicBezTo>
                <a:cubicBezTo>
                  <a:pt x="24130" y="718820"/>
                  <a:pt x="19050" y="715010"/>
                  <a:pt x="19050" y="715010"/>
                </a:cubicBezTo>
                <a:cubicBezTo>
                  <a:pt x="19050" y="715010"/>
                  <a:pt x="16510" y="711200"/>
                  <a:pt x="13970" y="708660"/>
                </a:cubicBezTo>
                <a:cubicBezTo>
                  <a:pt x="12700" y="707390"/>
                  <a:pt x="8890" y="702310"/>
                  <a:pt x="8890" y="702310"/>
                </a:cubicBezTo>
                <a:cubicBezTo>
                  <a:pt x="8890" y="702310"/>
                  <a:pt x="7620" y="698500"/>
                  <a:pt x="6350" y="695960"/>
                </a:cubicBezTo>
                <a:cubicBezTo>
                  <a:pt x="5080" y="693420"/>
                  <a:pt x="2540" y="688340"/>
                  <a:pt x="2540" y="688340"/>
                </a:cubicBezTo>
                <a:cubicBezTo>
                  <a:pt x="2540" y="688340"/>
                  <a:pt x="1270" y="683260"/>
                  <a:pt x="1270" y="680720"/>
                </a:cubicBezTo>
                <a:cubicBezTo>
                  <a:pt x="0" y="678180"/>
                  <a:pt x="0" y="673100"/>
                  <a:pt x="0" y="673100"/>
                </a:cubicBezTo>
                <a:moveTo>
                  <a:pt x="601980" y="472440"/>
                </a:moveTo>
                <a:cubicBezTo>
                  <a:pt x="678180" y="576580"/>
                  <a:pt x="694690" y="598170"/>
                  <a:pt x="713740" y="613410"/>
                </a:cubicBezTo>
                <a:cubicBezTo>
                  <a:pt x="728980" y="626110"/>
                  <a:pt x="758190" y="642620"/>
                  <a:pt x="762000" y="641350"/>
                </a:cubicBezTo>
                <a:cubicBezTo>
                  <a:pt x="762000" y="641350"/>
                  <a:pt x="762000" y="641350"/>
                  <a:pt x="762000" y="640080"/>
                </a:cubicBezTo>
                <a:cubicBezTo>
                  <a:pt x="763270" y="640080"/>
                  <a:pt x="764540" y="638810"/>
                  <a:pt x="765810" y="637540"/>
                </a:cubicBezTo>
                <a:cubicBezTo>
                  <a:pt x="767080" y="636270"/>
                  <a:pt x="767080" y="635000"/>
                  <a:pt x="768350" y="633730"/>
                </a:cubicBezTo>
                <a:cubicBezTo>
                  <a:pt x="770890" y="632460"/>
                  <a:pt x="773430" y="629920"/>
                  <a:pt x="775970" y="628650"/>
                </a:cubicBezTo>
                <a:cubicBezTo>
                  <a:pt x="778510" y="627380"/>
                  <a:pt x="781050" y="623570"/>
                  <a:pt x="783590" y="622300"/>
                </a:cubicBezTo>
                <a:cubicBezTo>
                  <a:pt x="784860" y="622300"/>
                  <a:pt x="786130" y="622300"/>
                  <a:pt x="787400" y="621030"/>
                </a:cubicBezTo>
                <a:cubicBezTo>
                  <a:pt x="789940" y="621030"/>
                  <a:pt x="789940" y="619760"/>
                  <a:pt x="791210" y="618490"/>
                </a:cubicBezTo>
                <a:cubicBezTo>
                  <a:pt x="793750" y="618490"/>
                  <a:pt x="796290" y="617220"/>
                  <a:pt x="796290" y="617220"/>
                </a:cubicBezTo>
                <a:cubicBezTo>
                  <a:pt x="797560" y="617220"/>
                  <a:pt x="797560" y="615950"/>
                  <a:pt x="797560" y="615950"/>
                </a:cubicBezTo>
                <a:cubicBezTo>
                  <a:pt x="797560" y="615950"/>
                  <a:pt x="803910" y="614680"/>
                  <a:pt x="805180" y="614680"/>
                </a:cubicBezTo>
                <a:cubicBezTo>
                  <a:pt x="806450" y="613410"/>
                  <a:pt x="807720" y="613410"/>
                  <a:pt x="808990" y="613410"/>
                </a:cubicBezTo>
                <a:cubicBezTo>
                  <a:pt x="810260" y="612140"/>
                  <a:pt x="811530" y="613410"/>
                  <a:pt x="812800" y="613410"/>
                </a:cubicBezTo>
                <a:cubicBezTo>
                  <a:pt x="814070" y="612140"/>
                  <a:pt x="817880" y="612140"/>
                  <a:pt x="817880" y="612140"/>
                </a:cubicBezTo>
                <a:cubicBezTo>
                  <a:pt x="819150" y="612140"/>
                  <a:pt x="819150" y="612140"/>
                  <a:pt x="819150" y="612140"/>
                </a:cubicBezTo>
                <a:cubicBezTo>
                  <a:pt x="821690" y="612140"/>
                  <a:pt x="825500" y="612140"/>
                  <a:pt x="828040" y="612140"/>
                </a:cubicBezTo>
                <a:cubicBezTo>
                  <a:pt x="830580" y="612140"/>
                  <a:pt x="831850" y="612140"/>
                  <a:pt x="834390" y="612140"/>
                </a:cubicBezTo>
                <a:cubicBezTo>
                  <a:pt x="835660" y="612140"/>
                  <a:pt x="835660" y="612140"/>
                  <a:pt x="836930" y="612140"/>
                </a:cubicBezTo>
                <a:cubicBezTo>
                  <a:pt x="836930" y="612140"/>
                  <a:pt x="836930" y="612140"/>
                  <a:pt x="838200" y="612140"/>
                </a:cubicBezTo>
                <a:cubicBezTo>
                  <a:pt x="838200" y="612140"/>
                  <a:pt x="842010" y="613410"/>
                  <a:pt x="843280" y="613410"/>
                </a:cubicBezTo>
                <a:cubicBezTo>
                  <a:pt x="844550" y="613410"/>
                  <a:pt x="844550" y="613410"/>
                  <a:pt x="845820" y="613410"/>
                </a:cubicBezTo>
                <a:cubicBezTo>
                  <a:pt x="847090" y="613410"/>
                  <a:pt x="848360" y="614680"/>
                  <a:pt x="849630" y="614680"/>
                </a:cubicBezTo>
                <a:cubicBezTo>
                  <a:pt x="852170" y="615950"/>
                  <a:pt x="858520" y="617220"/>
                  <a:pt x="858520" y="617220"/>
                </a:cubicBezTo>
                <a:cubicBezTo>
                  <a:pt x="858520" y="617220"/>
                  <a:pt x="859790" y="618490"/>
                  <a:pt x="861060" y="618490"/>
                </a:cubicBezTo>
                <a:cubicBezTo>
                  <a:pt x="862330" y="619760"/>
                  <a:pt x="862330" y="619760"/>
                  <a:pt x="863600" y="619760"/>
                </a:cubicBezTo>
                <a:cubicBezTo>
                  <a:pt x="864870" y="619760"/>
                  <a:pt x="867410" y="622300"/>
                  <a:pt x="867410" y="622300"/>
                </a:cubicBezTo>
                <a:cubicBezTo>
                  <a:pt x="867410" y="622300"/>
                  <a:pt x="869950" y="623570"/>
                  <a:pt x="871220" y="623570"/>
                </a:cubicBezTo>
                <a:cubicBezTo>
                  <a:pt x="872490" y="624840"/>
                  <a:pt x="872490" y="624840"/>
                  <a:pt x="873760" y="626110"/>
                </a:cubicBezTo>
                <a:cubicBezTo>
                  <a:pt x="873760" y="626110"/>
                  <a:pt x="876300" y="627380"/>
                  <a:pt x="876300" y="627380"/>
                </a:cubicBezTo>
                <a:cubicBezTo>
                  <a:pt x="876300" y="627380"/>
                  <a:pt x="877570" y="629920"/>
                  <a:pt x="878840" y="629920"/>
                </a:cubicBezTo>
                <a:cubicBezTo>
                  <a:pt x="880110" y="629920"/>
                  <a:pt x="883920" y="629920"/>
                  <a:pt x="883920" y="629920"/>
                </a:cubicBezTo>
                <a:cubicBezTo>
                  <a:pt x="883920" y="629920"/>
                  <a:pt x="890270" y="631190"/>
                  <a:pt x="894080" y="631190"/>
                </a:cubicBezTo>
                <a:cubicBezTo>
                  <a:pt x="896620" y="632460"/>
                  <a:pt x="904240" y="632460"/>
                  <a:pt x="904240" y="632460"/>
                </a:cubicBezTo>
                <a:cubicBezTo>
                  <a:pt x="904240" y="632460"/>
                  <a:pt x="910590" y="635000"/>
                  <a:pt x="913130" y="637540"/>
                </a:cubicBezTo>
                <a:cubicBezTo>
                  <a:pt x="915670" y="638810"/>
                  <a:pt x="922020" y="641350"/>
                  <a:pt x="922020" y="641350"/>
                </a:cubicBezTo>
                <a:cubicBezTo>
                  <a:pt x="923290" y="641350"/>
                  <a:pt x="961390" y="640080"/>
                  <a:pt x="963930" y="636270"/>
                </a:cubicBezTo>
                <a:cubicBezTo>
                  <a:pt x="965200" y="635000"/>
                  <a:pt x="965200" y="633730"/>
                  <a:pt x="963930" y="632460"/>
                </a:cubicBezTo>
                <a:cubicBezTo>
                  <a:pt x="956310" y="623570"/>
                  <a:pt x="872490" y="600710"/>
                  <a:pt x="830580" y="588010"/>
                </a:cubicBezTo>
                <a:cubicBezTo>
                  <a:pt x="792480" y="576580"/>
                  <a:pt x="755650" y="576580"/>
                  <a:pt x="720090" y="558800"/>
                </a:cubicBezTo>
                <a:cubicBezTo>
                  <a:pt x="679450" y="539750"/>
                  <a:pt x="601980" y="472440"/>
                  <a:pt x="601980" y="47244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5253593" y="4211955"/>
            <a:ext cx="1153371" cy="1437322"/>
          </a:xfrm>
          <a:custGeom>
            <a:avLst/>
            <a:gdLst/>
            <a:ahLst/>
            <a:cxnLst/>
            <a:rect l="l" t="t" r="r" b="b"/>
            <a:pathLst>
              <a:path w="1537828" h="1916430" extrusionOk="0">
                <a:moveTo>
                  <a:pt x="1181" y="412750"/>
                </a:moveTo>
                <a:cubicBezTo>
                  <a:pt x="14174" y="287020"/>
                  <a:pt x="18898" y="262890"/>
                  <a:pt x="24804" y="234950"/>
                </a:cubicBezTo>
                <a:cubicBezTo>
                  <a:pt x="33072" y="203200"/>
                  <a:pt x="38977" y="165100"/>
                  <a:pt x="54332" y="134620"/>
                </a:cubicBezTo>
                <a:cubicBezTo>
                  <a:pt x="67324" y="105410"/>
                  <a:pt x="85041" y="74930"/>
                  <a:pt x="109845" y="54610"/>
                </a:cubicBezTo>
                <a:cubicBezTo>
                  <a:pt x="135830" y="33020"/>
                  <a:pt x="173626" y="16510"/>
                  <a:pt x="207878" y="8890"/>
                </a:cubicBezTo>
                <a:cubicBezTo>
                  <a:pt x="243312" y="0"/>
                  <a:pt x="278746" y="2540"/>
                  <a:pt x="317723" y="3810"/>
                </a:cubicBezTo>
                <a:cubicBezTo>
                  <a:pt x="362606" y="3810"/>
                  <a:pt x="415757" y="8890"/>
                  <a:pt x="459459" y="13970"/>
                </a:cubicBezTo>
                <a:cubicBezTo>
                  <a:pt x="497255" y="19050"/>
                  <a:pt x="527964" y="24130"/>
                  <a:pt x="563398" y="31750"/>
                </a:cubicBezTo>
                <a:cubicBezTo>
                  <a:pt x="601194" y="39370"/>
                  <a:pt x="644896" y="45720"/>
                  <a:pt x="680330" y="57150"/>
                </a:cubicBezTo>
                <a:cubicBezTo>
                  <a:pt x="708677" y="67310"/>
                  <a:pt x="750016" y="91440"/>
                  <a:pt x="758284" y="92710"/>
                </a:cubicBezTo>
                <a:cubicBezTo>
                  <a:pt x="759465" y="92710"/>
                  <a:pt x="758284" y="91440"/>
                  <a:pt x="760646" y="91440"/>
                </a:cubicBezTo>
                <a:cubicBezTo>
                  <a:pt x="767733" y="91440"/>
                  <a:pt x="810253" y="99060"/>
                  <a:pt x="837419" y="106680"/>
                </a:cubicBezTo>
                <a:cubicBezTo>
                  <a:pt x="870491" y="116840"/>
                  <a:pt x="909468" y="133350"/>
                  <a:pt x="942540" y="148590"/>
                </a:cubicBezTo>
                <a:cubicBezTo>
                  <a:pt x="973249" y="163830"/>
                  <a:pt x="1007502" y="200660"/>
                  <a:pt x="1028762" y="196850"/>
                </a:cubicBezTo>
                <a:cubicBezTo>
                  <a:pt x="1044117" y="193040"/>
                  <a:pt x="1046479" y="166370"/>
                  <a:pt x="1063015" y="154940"/>
                </a:cubicBezTo>
                <a:cubicBezTo>
                  <a:pt x="1084275" y="138430"/>
                  <a:pt x="1123252" y="124460"/>
                  <a:pt x="1152781" y="116840"/>
                </a:cubicBezTo>
                <a:cubicBezTo>
                  <a:pt x="1178765" y="111760"/>
                  <a:pt x="1202388" y="106680"/>
                  <a:pt x="1228373" y="113030"/>
                </a:cubicBezTo>
                <a:cubicBezTo>
                  <a:pt x="1260263" y="119380"/>
                  <a:pt x="1301603" y="140970"/>
                  <a:pt x="1325225" y="166370"/>
                </a:cubicBezTo>
                <a:cubicBezTo>
                  <a:pt x="1346485" y="189230"/>
                  <a:pt x="1358297" y="218440"/>
                  <a:pt x="1367746" y="251460"/>
                </a:cubicBezTo>
                <a:cubicBezTo>
                  <a:pt x="1379557" y="288290"/>
                  <a:pt x="1381919" y="341630"/>
                  <a:pt x="1384282" y="382270"/>
                </a:cubicBezTo>
                <a:cubicBezTo>
                  <a:pt x="1386644" y="416560"/>
                  <a:pt x="1387825" y="450850"/>
                  <a:pt x="1386644" y="480060"/>
                </a:cubicBezTo>
                <a:cubicBezTo>
                  <a:pt x="1385463" y="501650"/>
                  <a:pt x="1378376" y="533400"/>
                  <a:pt x="1381919" y="539750"/>
                </a:cubicBezTo>
                <a:cubicBezTo>
                  <a:pt x="1381919" y="541020"/>
                  <a:pt x="1383100" y="541020"/>
                  <a:pt x="1384282" y="541020"/>
                </a:cubicBezTo>
                <a:cubicBezTo>
                  <a:pt x="1386644" y="543560"/>
                  <a:pt x="1392549" y="549910"/>
                  <a:pt x="1396093" y="554990"/>
                </a:cubicBezTo>
                <a:cubicBezTo>
                  <a:pt x="1399636" y="560070"/>
                  <a:pt x="1405542" y="571500"/>
                  <a:pt x="1405542" y="571500"/>
                </a:cubicBezTo>
                <a:cubicBezTo>
                  <a:pt x="1405542" y="571500"/>
                  <a:pt x="1425621" y="618490"/>
                  <a:pt x="1429164" y="631190"/>
                </a:cubicBezTo>
                <a:cubicBezTo>
                  <a:pt x="1430346" y="635000"/>
                  <a:pt x="1429164" y="638810"/>
                  <a:pt x="1431527" y="641350"/>
                </a:cubicBezTo>
                <a:cubicBezTo>
                  <a:pt x="1431527" y="642620"/>
                  <a:pt x="1433889" y="641350"/>
                  <a:pt x="1435070" y="643890"/>
                </a:cubicBezTo>
                <a:cubicBezTo>
                  <a:pt x="1445700" y="651510"/>
                  <a:pt x="1485858" y="687070"/>
                  <a:pt x="1502394" y="713740"/>
                </a:cubicBezTo>
                <a:cubicBezTo>
                  <a:pt x="1518930" y="739140"/>
                  <a:pt x="1533104" y="768350"/>
                  <a:pt x="1535466" y="798830"/>
                </a:cubicBezTo>
                <a:cubicBezTo>
                  <a:pt x="1537828" y="831850"/>
                  <a:pt x="1529560" y="882650"/>
                  <a:pt x="1509481" y="904240"/>
                </a:cubicBezTo>
                <a:cubicBezTo>
                  <a:pt x="1489402" y="925830"/>
                  <a:pt x="1437432" y="913130"/>
                  <a:pt x="1416172" y="933450"/>
                </a:cubicBezTo>
                <a:cubicBezTo>
                  <a:pt x="1396093" y="949960"/>
                  <a:pt x="1397274" y="990600"/>
                  <a:pt x="1379557" y="1010920"/>
                </a:cubicBezTo>
                <a:cubicBezTo>
                  <a:pt x="1361840" y="1029970"/>
                  <a:pt x="1328769" y="1035050"/>
                  <a:pt x="1311052" y="1052830"/>
                </a:cubicBezTo>
                <a:cubicBezTo>
                  <a:pt x="1295697" y="1069340"/>
                  <a:pt x="1293335" y="1089660"/>
                  <a:pt x="1276799" y="1112520"/>
                </a:cubicBezTo>
                <a:cubicBezTo>
                  <a:pt x="1248452" y="1151890"/>
                  <a:pt x="1184671" y="1220470"/>
                  <a:pt x="1144513" y="1257300"/>
                </a:cubicBezTo>
                <a:cubicBezTo>
                  <a:pt x="1116166" y="1285240"/>
                  <a:pt x="1093724" y="1304290"/>
                  <a:pt x="1065377" y="1322070"/>
                </a:cubicBezTo>
                <a:cubicBezTo>
                  <a:pt x="1035849" y="1341120"/>
                  <a:pt x="987423" y="1339850"/>
                  <a:pt x="969706" y="1366520"/>
                </a:cubicBezTo>
                <a:cubicBezTo>
                  <a:pt x="949627" y="1395730"/>
                  <a:pt x="963800" y="1454150"/>
                  <a:pt x="957894" y="1497330"/>
                </a:cubicBezTo>
                <a:cubicBezTo>
                  <a:pt x="951989" y="1540510"/>
                  <a:pt x="941359" y="1588770"/>
                  <a:pt x="934272" y="1625600"/>
                </a:cubicBezTo>
                <a:cubicBezTo>
                  <a:pt x="928366" y="1656080"/>
                  <a:pt x="926004" y="1677670"/>
                  <a:pt x="917736" y="1706880"/>
                </a:cubicBezTo>
                <a:cubicBezTo>
                  <a:pt x="907106" y="1741170"/>
                  <a:pt x="890570" y="1786890"/>
                  <a:pt x="872853" y="1816100"/>
                </a:cubicBezTo>
                <a:cubicBezTo>
                  <a:pt x="857499" y="1840230"/>
                  <a:pt x="845687" y="1858010"/>
                  <a:pt x="822065" y="1873250"/>
                </a:cubicBezTo>
                <a:cubicBezTo>
                  <a:pt x="788993" y="1894840"/>
                  <a:pt x="725212" y="1916430"/>
                  <a:pt x="680330" y="1916430"/>
                </a:cubicBezTo>
                <a:cubicBezTo>
                  <a:pt x="637809" y="1915160"/>
                  <a:pt x="597651" y="1897380"/>
                  <a:pt x="559854" y="1874520"/>
                </a:cubicBezTo>
                <a:cubicBezTo>
                  <a:pt x="517334" y="1847850"/>
                  <a:pt x="470089" y="1800860"/>
                  <a:pt x="440561" y="1760220"/>
                </a:cubicBezTo>
                <a:cubicBezTo>
                  <a:pt x="414576" y="1724660"/>
                  <a:pt x="402765" y="1680210"/>
                  <a:pt x="385048" y="1648460"/>
                </a:cubicBezTo>
                <a:cubicBezTo>
                  <a:pt x="370874" y="1621790"/>
                  <a:pt x="355519" y="1604010"/>
                  <a:pt x="343708" y="1577340"/>
                </a:cubicBezTo>
                <a:cubicBezTo>
                  <a:pt x="329535" y="1548130"/>
                  <a:pt x="317723" y="1513840"/>
                  <a:pt x="310637" y="1479550"/>
                </a:cubicBezTo>
                <a:cubicBezTo>
                  <a:pt x="302369" y="1442720"/>
                  <a:pt x="298825" y="1402080"/>
                  <a:pt x="296463" y="1362710"/>
                </a:cubicBezTo>
                <a:cubicBezTo>
                  <a:pt x="292920" y="1320800"/>
                  <a:pt x="291738" y="1281430"/>
                  <a:pt x="292920" y="1236980"/>
                </a:cubicBezTo>
                <a:cubicBezTo>
                  <a:pt x="292920" y="1187450"/>
                  <a:pt x="297644" y="1118870"/>
                  <a:pt x="302369" y="1079500"/>
                </a:cubicBezTo>
                <a:cubicBezTo>
                  <a:pt x="304731" y="1055370"/>
                  <a:pt x="309455" y="1045210"/>
                  <a:pt x="310637" y="1022350"/>
                </a:cubicBezTo>
                <a:cubicBezTo>
                  <a:pt x="311818" y="982980"/>
                  <a:pt x="297644" y="906780"/>
                  <a:pt x="297644" y="868680"/>
                </a:cubicBezTo>
                <a:cubicBezTo>
                  <a:pt x="297644" y="844550"/>
                  <a:pt x="307093" y="812800"/>
                  <a:pt x="302369" y="811530"/>
                </a:cubicBezTo>
                <a:cubicBezTo>
                  <a:pt x="298825" y="810260"/>
                  <a:pt x="291738" y="842010"/>
                  <a:pt x="278746" y="850900"/>
                </a:cubicBezTo>
                <a:cubicBezTo>
                  <a:pt x="262210" y="862330"/>
                  <a:pt x="231501" y="869950"/>
                  <a:pt x="206697" y="864870"/>
                </a:cubicBezTo>
                <a:cubicBezTo>
                  <a:pt x="173626" y="858520"/>
                  <a:pt x="132286" y="826770"/>
                  <a:pt x="103939" y="798830"/>
                </a:cubicBezTo>
                <a:cubicBezTo>
                  <a:pt x="76773" y="770890"/>
                  <a:pt x="56694" y="736600"/>
                  <a:pt x="40158" y="701040"/>
                </a:cubicBezTo>
                <a:cubicBezTo>
                  <a:pt x="23623" y="666750"/>
                  <a:pt x="12992" y="623570"/>
                  <a:pt x="5906" y="589280"/>
                </a:cubicBezTo>
                <a:cubicBezTo>
                  <a:pt x="1181" y="561340"/>
                  <a:pt x="2362" y="538480"/>
                  <a:pt x="1181" y="511810"/>
                </a:cubicBezTo>
                <a:cubicBezTo>
                  <a:pt x="0" y="481330"/>
                  <a:pt x="1181" y="412750"/>
                  <a:pt x="1181" y="412750"/>
                </a:cubicBezTo>
                <a:moveTo>
                  <a:pt x="161814" y="411480"/>
                </a:moveTo>
                <a:cubicBezTo>
                  <a:pt x="164177" y="530860"/>
                  <a:pt x="161814" y="561340"/>
                  <a:pt x="167720" y="581660"/>
                </a:cubicBezTo>
                <a:cubicBezTo>
                  <a:pt x="172445" y="595630"/>
                  <a:pt x="181894" y="617220"/>
                  <a:pt x="188980" y="615950"/>
                </a:cubicBezTo>
                <a:cubicBezTo>
                  <a:pt x="198429" y="614680"/>
                  <a:pt x="205516" y="562610"/>
                  <a:pt x="216146" y="534670"/>
                </a:cubicBezTo>
                <a:cubicBezTo>
                  <a:pt x="227958" y="505460"/>
                  <a:pt x="236226" y="466090"/>
                  <a:pt x="259848" y="445770"/>
                </a:cubicBezTo>
                <a:cubicBezTo>
                  <a:pt x="285833" y="422910"/>
                  <a:pt x="349614" y="412750"/>
                  <a:pt x="376780" y="414020"/>
                </a:cubicBezTo>
                <a:cubicBezTo>
                  <a:pt x="389772" y="415290"/>
                  <a:pt x="400402" y="429260"/>
                  <a:pt x="407489" y="425450"/>
                </a:cubicBezTo>
                <a:cubicBezTo>
                  <a:pt x="413395" y="422910"/>
                  <a:pt x="411032" y="410210"/>
                  <a:pt x="415757" y="400050"/>
                </a:cubicBezTo>
                <a:cubicBezTo>
                  <a:pt x="425206" y="378460"/>
                  <a:pt x="452372" y="337820"/>
                  <a:pt x="468908" y="309880"/>
                </a:cubicBezTo>
                <a:cubicBezTo>
                  <a:pt x="483081" y="284480"/>
                  <a:pt x="496074" y="256540"/>
                  <a:pt x="510247" y="236220"/>
                </a:cubicBezTo>
                <a:cubicBezTo>
                  <a:pt x="522058" y="220980"/>
                  <a:pt x="546862" y="204470"/>
                  <a:pt x="543319" y="195580"/>
                </a:cubicBezTo>
                <a:cubicBezTo>
                  <a:pt x="540956" y="186690"/>
                  <a:pt x="503160" y="193040"/>
                  <a:pt x="479538" y="190500"/>
                </a:cubicBezTo>
                <a:cubicBezTo>
                  <a:pt x="450010" y="186690"/>
                  <a:pt x="414576" y="176530"/>
                  <a:pt x="379142" y="173990"/>
                </a:cubicBezTo>
                <a:cubicBezTo>
                  <a:pt x="341346" y="171450"/>
                  <a:pt x="292920" y="165100"/>
                  <a:pt x="259848" y="176530"/>
                </a:cubicBezTo>
                <a:cubicBezTo>
                  <a:pt x="232682" y="186690"/>
                  <a:pt x="205516" y="204470"/>
                  <a:pt x="191343" y="227330"/>
                </a:cubicBezTo>
                <a:cubicBezTo>
                  <a:pt x="178350" y="246380"/>
                  <a:pt x="177169" y="273050"/>
                  <a:pt x="172445" y="300990"/>
                </a:cubicBezTo>
                <a:cubicBezTo>
                  <a:pt x="166539" y="334010"/>
                  <a:pt x="161814" y="411480"/>
                  <a:pt x="161814" y="411480"/>
                </a:cubicBezTo>
                <a:moveTo>
                  <a:pt x="426387" y="1272540"/>
                </a:moveTo>
                <a:cubicBezTo>
                  <a:pt x="434655" y="1388110"/>
                  <a:pt x="442923" y="1459230"/>
                  <a:pt x="458277" y="1501140"/>
                </a:cubicBezTo>
                <a:cubicBezTo>
                  <a:pt x="470089" y="1532890"/>
                  <a:pt x="486625" y="1550670"/>
                  <a:pt x="504341" y="1579880"/>
                </a:cubicBezTo>
                <a:cubicBezTo>
                  <a:pt x="527964" y="1620520"/>
                  <a:pt x="553949" y="1685290"/>
                  <a:pt x="585839" y="1719580"/>
                </a:cubicBezTo>
                <a:cubicBezTo>
                  <a:pt x="610643" y="1746250"/>
                  <a:pt x="640171" y="1770380"/>
                  <a:pt x="670880" y="1774190"/>
                </a:cubicBezTo>
                <a:cubicBezTo>
                  <a:pt x="700409" y="1779270"/>
                  <a:pt x="741748" y="1766570"/>
                  <a:pt x="764190" y="1747520"/>
                </a:cubicBezTo>
                <a:cubicBezTo>
                  <a:pt x="784269" y="1731010"/>
                  <a:pt x="791356" y="1700530"/>
                  <a:pt x="800804" y="1675130"/>
                </a:cubicBezTo>
                <a:cubicBezTo>
                  <a:pt x="809072" y="1651000"/>
                  <a:pt x="812616" y="1628140"/>
                  <a:pt x="819703" y="1601470"/>
                </a:cubicBezTo>
                <a:cubicBezTo>
                  <a:pt x="826789" y="1567180"/>
                  <a:pt x="836238" y="1522730"/>
                  <a:pt x="840963" y="1487170"/>
                </a:cubicBezTo>
                <a:cubicBezTo>
                  <a:pt x="845687" y="1455420"/>
                  <a:pt x="858680" y="1409700"/>
                  <a:pt x="848050" y="1398270"/>
                </a:cubicBezTo>
                <a:cubicBezTo>
                  <a:pt x="838601" y="1388110"/>
                  <a:pt x="812616" y="1404620"/>
                  <a:pt x="793718" y="1404620"/>
                </a:cubicBezTo>
                <a:cubicBezTo>
                  <a:pt x="771276" y="1403350"/>
                  <a:pt x="745292" y="1398270"/>
                  <a:pt x="724031" y="1388110"/>
                </a:cubicBezTo>
                <a:cubicBezTo>
                  <a:pt x="701590" y="1379220"/>
                  <a:pt x="668518" y="1356360"/>
                  <a:pt x="661431" y="1348740"/>
                </a:cubicBezTo>
                <a:cubicBezTo>
                  <a:pt x="659069" y="1346200"/>
                  <a:pt x="660250" y="1344930"/>
                  <a:pt x="657888" y="1343660"/>
                </a:cubicBezTo>
                <a:cubicBezTo>
                  <a:pt x="653164" y="1341120"/>
                  <a:pt x="635447" y="1348740"/>
                  <a:pt x="618911" y="1348740"/>
                </a:cubicBezTo>
                <a:cubicBezTo>
                  <a:pt x="587020" y="1347470"/>
                  <a:pt x="513790" y="1338580"/>
                  <a:pt x="480719" y="1320800"/>
                </a:cubicBezTo>
                <a:cubicBezTo>
                  <a:pt x="455915" y="1309370"/>
                  <a:pt x="426387" y="1272540"/>
                  <a:pt x="426387" y="1272540"/>
                </a:cubicBezTo>
                <a:moveTo>
                  <a:pt x="450010" y="953770"/>
                </a:moveTo>
                <a:cubicBezTo>
                  <a:pt x="455915" y="1007110"/>
                  <a:pt x="468908" y="1055370"/>
                  <a:pt x="485443" y="1089660"/>
                </a:cubicBezTo>
                <a:cubicBezTo>
                  <a:pt x="503160" y="1127760"/>
                  <a:pt x="538594" y="1189990"/>
                  <a:pt x="557492" y="1198880"/>
                </a:cubicBezTo>
                <a:cubicBezTo>
                  <a:pt x="565760" y="1202690"/>
                  <a:pt x="575209" y="1202690"/>
                  <a:pt x="579934" y="1197610"/>
                </a:cubicBezTo>
                <a:cubicBezTo>
                  <a:pt x="587020" y="1186180"/>
                  <a:pt x="569303" y="1144270"/>
                  <a:pt x="566941" y="1113790"/>
                </a:cubicBezTo>
                <a:cubicBezTo>
                  <a:pt x="563398" y="1078230"/>
                  <a:pt x="561036" y="1036320"/>
                  <a:pt x="562217" y="995680"/>
                </a:cubicBezTo>
                <a:cubicBezTo>
                  <a:pt x="564579" y="951230"/>
                  <a:pt x="591745" y="889000"/>
                  <a:pt x="577571" y="859790"/>
                </a:cubicBezTo>
                <a:cubicBezTo>
                  <a:pt x="566941" y="836930"/>
                  <a:pt x="526783" y="833120"/>
                  <a:pt x="512609" y="819150"/>
                </a:cubicBezTo>
                <a:cubicBezTo>
                  <a:pt x="504341" y="810260"/>
                  <a:pt x="500798" y="792480"/>
                  <a:pt x="497255" y="792480"/>
                </a:cubicBezTo>
                <a:cubicBezTo>
                  <a:pt x="494892" y="792480"/>
                  <a:pt x="493711" y="797560"/>
                  <a:pt x="491349" y="803910"/>
                </a:cubicBezTo>
                <a:cubicBezTo>
                  <a:pt x="486625" y="817880"/>
                  <a:pt x="473632" y="857250"/>
                  <a:pt x="466545" y="883920"/>
                </a:cubicBezTo>
                <a:cubicBezTo>
                  <a:pt x="459459" y="908050"/>
                  <a:pt x="450010" y="953770"/>
                  <a:pt x="450010" y="953770"/>
                </a:cubicBezTo>
                <a:moveTo>
                  <a:pt x="537413" y="469900"/>
                </a:moveTo>
                <a:cubicBezTo>
                  <a:pt x="590564" y="426720"/>
                  <a:pt x="620092" y="405130"/>
                  <a:pt x="647258" y="392430"/>
                </a:cubicBezTo>
                <a:cubicBezTo>
                  <a:pt x="674424" y="379730"/>
                  <a:pt x="711039" y="369570"/>
                  <a:pt x="733480" y="368300"/>
                </a:cubicBezTo>
                <a:cubicBezTo>
                  <a:pt x="748835" y="367030"/>
                  <a:pt x="765371" y="379730"/>
                  <a:pt x="771276" y="373380"/>
                </a:cubicBezTo>
                <a:cubicBezTo>
                  <a:pt x="779544" y="360680"/>
                  <a:pt x="745292" y="275590"/>
                  <a:pt x="732299" y="260350"/>
                </a:cubicBezTo>
                <a:cubicBezTo>
                  <a:pt x="726394" y="254000"/>
                  <a:pt x="720488" y="252730"/>
                  <a:pt x="715763" y="251460"/>
                </a:cubicBezTo>
                <a:cubicBezTo>
                  <a:pt x="711039" y="251460"/>
                  <a:pt x="708677" y="251460"/>
                  <a:pt x="703952" y="254000"/>
                </a:cubicBezTo>
                <a:cubicBezTo>
                  <a:pt x="688597" y="260350"/>
                  <a:pt x="650801" y="287020"/>
                  <a:pt x="627179" y="314960"/>
                </a:cubicBezTo>
                <a:cubicBezTo>
                  <a:pt x="597651" y="349250"/>
                  <a:pt x="558673" y="425450"/>
                  <a:pt x="545681" y="450850"/>
                </a:cubicBezTo>
                <a:cubicBezTo>
                  <a:pt x="540956" y="459740"/>
                  <a:pt x="537413" y="469900"/>
                  <a:pt x="537413" y="469900"/>
                </a:cubicBezTo>
                <a:moveTo>
                  <a:pt x="587020" y="615950"/>
                </a:moveTo>
                <a:cubicBezTo>
                  <a:pt x="623635" y="695960"/>
                  <a:pt x="634266" y="613410"/>
                  <a:pt x="642533" y="589280"/>
                </a:cubicBezTo>
                <a:cubicBezTo>
                  <a:pt x="646077" y="576580"/>
                  <a:pt x="654345" y="562610"/>
                  <a:pt x="650801" y="561340"/>
                </a:cubicBezTo>
                <a:cubicBezTo>
                  <a:pt x="647258" y="557530"/>
                  <a:pt x="587020" y="615950"/>
                  <a:pt x="587020" y="615950"/>
                </a:cubicBezTo>
                <a:moveTo>
                  <a:pt x="700409" y="989330"/>
                </a:moveTo>
                <a:cubicBezTo>
                  <a:pt x="709858" y="1121410"/>
                  <a:pt x="709858" y="1167130"/>
                  <a:pt x="721669" y="1176020"/>
                </a:cubicBezTo>
                <a:cubicBezTo>
                  <a:pt x="728756" y="1181100"/>
                  <a:pt x="737024" y="1173480"/>
                  <a:pt x="748835" y="1169670"/>
                </a:cubicBezTo>
                <a:cubicBezTo>
                  <a:pt x="773639" y="1162050"/>
                  <a:pt x="840963" y="1148080"/>
                  <a:pt x="855136" y="1123950"/>
                </a:cubicBezTo>
                <a:cubicBezTo>
                  <a:pt x="865766" y="1107440"/>
                  <a:pt x="862223" y="1079500"/>
                  <a:pt x="855136" y="1060450"/>
                </a:cubicBezTo>
                <a:cubicBezTo>
                  <a:pt x="846869" y="1038860"/>
                  <a:pt x="822065" y="1021080"/>
                  <a:pt x="803167" y="1004570"/>
                </a:cubicBezTo>
                <a:cubicBezTo>
                  <a:pt x="785450" y="988060"/>
                  <a:pt x="761827" y="974090"/>
                  <a:pt x="744110" y="962660"/>
                </a:cubicBezTo>
                <a:cubicBezTo>
                  <a:pt x="728756" y="952500"/>
                  <a:pt x="711039" y="932180"/>
                  <a:pt x="703952" y="935990"/>
                </a:cubicBezTo>
                <a:cubicBezTo>
                  <a:pt x="696865" y="939800"/>
                  <a:pt x="700409" y="989330"/>
                  <a:pt x="700409" y="989330"/>
                </a:cubicBezTo>
                <a:moveTo>
                  <a:pt x="729937" y="754380"/>
                </a:moveTo>
                <a:cubicBezTo>
                  <a:pt x="734661" y="755650"/>
                  <a:pt x="732299" y="745490"/>
                  <a:pt x="732299" y="745490"/>
                </a:cubicBezTo>
                <a:cubicBezTo>
                  <a:pt x="732299" y="745490"/>
                  <a:pt x="729937" y="754380"/>
                  <a:pt x="729937" y="754380"/>
                </a:cubicBezTo>
                <a:moveTo>
                  <a:pt x="750016" y="676910"/>
                </a:moveTo>
                <a:cubicBezTo>
                  <a:pt x="799623" y="614680"/>
                  <a:pt x="817340" y="619760"/>
                  <a:pt x="819703" y="617220"/>
                </a:cubicBezTo>
                <a:cubicBezTo>
                  <a:pt x="819703" y="617220"/>
                  <a:pt x="819703" y="615950"/>
                  <a:pt x="818521" y="614680"/>
                </a:cubicBezTo>
                <a:cubicBezTo>
                  <a:pt x="818521" y="608330"/>
                  <a:pt x="811435" y="547370"/>
                  <a:pt x="804348" y="538480"/>
                </a:cubicBezTo>
                <a:cubicBezTo>
                  <a:pt x="801986" y="535940"/>
                  <a:pt x="799623" y="535940"/>
                  <a:pt x="796080" y="537210"/>
                </a:cubicBezTo>
                <a:cubicBezTo>
                  <a:pt x="786631" y="542290"/>
                  <a:pt x="771276" y="600710"/>
                  <a:pt x="763008" y="626110"/>
                </a:cubicBezTo>
                <a:cubicBezTo>
                  <a:pt x="757103" y="645160"/>
                  <a:pt x="750016" y="676910"/>
                  <a:pt x="750016" y="676910"/>
                </a:cubicBezTo>
                <a:moveTo>
                  <a:pt x="902381" y="303530"/>
                </a:moveTo>
                <a:cubicBezTo>
                  <a:pt x="916555" y="358140"/>
                  <a:pt x="917736" y="405130"/>
                  <a:pt x="922461" y="405130"/>
                </a:cubicBezTo>
                <a:cubicBezTo>
                  <a:pt x="927185" y="406400"/>
                  <a:pt x="936634" y="353060"/>
                  <a:pt x="941359" y="340360"/>
                </a:cubicBezTo>
                <a:cubicBezTo>
                  <a:pt x="943721" y="334010"/>
                  <a:pt x="948445" y="332740"/>
                  <a:pt x="947264" y="328930"/>
                </a:cubicBezTo>
                <a:cubicBezTo>
                  <a:pt x="946083" y="322580"/>
                  <a:pt x="923642" y="317500"/>
                  <a:pt x="915374" y="312420"/>
                </a:cubicBezTo>
                <a:cubicBezTo>
                  <a:pt x="909468" y="308610"/>
                  <a:pt x="902381" y="303530"/>
                  <a:pt x="902381" y="303530"/>
                </a:cubicBezTo>
                <a:moveTo>
                  <a:pt x="1025219" y="1168400"/>
                </a:moveTo>
                <a:cubicBezTo>
                  <a:pt x="1059471" y="1137920"/>
                  <a:pt x="1085456" y="1117600"/>
                  <a:pt x="1085456" y="1109980"/>
                </a:cubicBezTo>
                <a:cubicBezTo>
                  <a:pt x="1085456" y="1106170"/>
                  <a:pt x="1079551" y="1101090"/>
                  <a:pt x="1077188" y="1102360"/>
                </a:cubicBezTo>
                <a:cubicBezTo>
                  <a:pt x="1076007" y="1102360"/>
                  <a:pt x="1074826" y="1109980"/>
                  <a:pt x="1074826" y="1109980"/>
                </a:cubicBezTo>
                <a:cubicBezTo>
                  <a:pt x="1073645" y="1109980"/>
                  <a:pt x="1070102" y="1115060"/>
                  <a:pt x="1067739" y="1117600"/>
                </a:cubicBezTo>
                <a:cubicBezTo>
                  <a:pt x="1066558" y="1120140"/>
                  <a:pt x="1061834" y="1126490"/>
                  <a:pt x="1061834" y="1126490"/>
                </a:cubicBezTo>
                <a:cubicBezTo>
                  <a:pt x="1061834" y="1126490"/>
                  <a:pt x="1057109" y="1130300"/>
                  <a:pt x="1054747" y="1132840"/>
                </a:cubicBezTo>
                <a:cubicBezTo>
                  <a:pt x="1052385" y="1134110"/>
                  <a:pt x="1051204" y="1134110"/>
                  <a:pt x="1048841" y="1136650"/>
                </a:cubicBezTo>
                <a:cubicBezTo>
                  <a:pt x="1042936" y="1143000"/>
                  <a:pt x="1025219" y="1168400"/>
                  <a:pt x="1025219" y="1168400"/>
                </a:cubicBezTo>
                <a:moveTo>
                  <a:pt x="1153962" y="284480"/>
                </a:moveTo>
                <a:cubicBezTo>
                  <a:pt x="1222467" y="354330"/>
                  <a:pt x="1228373" y="375920"/>
                  <a:pt x="1233097" y="374650"/>
                </a:cubicBezTo>
                <a:cubicBezTo>
                  <a:pt x="1239003" y="372110"/>
                  <a:pt x="1244908" y="285750"/>
                  <a:pt x="1229554" y="271780"/>
                </a:cubicBezTo>
                <a:cubicBezTo>
                  <a:pt x="1216561" y="259080"/>
                  <a:pt x="1153962" y="284480"/>
                  <a:pt x="1153962" y="284480"/>
                </a:cubicBezTo>
              </a:path>
            </a:pathLst>
          </a:custGeom>
          <a:solidFill>
            <a:srgbClr val="042B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5547231" y="4347077"/>
            <a:ext cx="1061938" cy="43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66" b="0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PostgreSQL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12892088" y="7389407"/>
            <a:ext cx="4010025" cy="2009242"/>
            <a:chOff x="0" y="0"/>
            <a:chExt cx="5346700" cy="2754858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Behavioral Activity Monitoring</a:t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654050"/>
              <a:ext cx="5346700" cy="2100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Collects and reviews employee-linked security events such as logins, file access, and downloads.</a:t>
              </a:r>
              <a:endParaRPr/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6952918" y="7384049"/>
            <a:ext cx="4010025" cy="2004800"/>
            <a:chOff x="0" y="0"/>
            <a:chExt cx="5346700" cy="2673066"/>
          </a:xfrm>
        </p:grpSpPr>
        <p:sp>
          <p:nvSpPr>
            <p:cNvPr id="130" name="Google Shape;130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AI-Assisted Anomaly Detection</a:t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654051"/>
              <a:ext cx="5346700" cy="2019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9"/>
                </a:lnSpc>
              </a:pPr>
              <a:r>
                <a:rPr lang="en-US" sz="2050">
                  <a:solidFill>
                    <a:srgbClr val="B0AFD3"/>
                  </a:solidFill>
                </a:rPr>
                <a:t>Uses rule-based detection and Isolation Forest machine learning to identify unusual behavioral patterns for security review.</a:t>
              </a:r>
              <a:endParaRPr lang="en-US"/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1538288" y="7376116"/>
            <a:ext cx="4010025" cy="2004800"/>
            <a:chOff x="0" y="0"/>
            <a:chExt cx="5346700" cy="2673066"/>
          </a:xfrm>
        </p:grpSpPr>
        <p:sp>
          <p:nvSpPr>
            <p:cNvPr id="133" name="Google Shape;133;p3"/>
            <p:cNvSpPr txBox="1"/>
            <p:nvPr/>
          </p:nvSpPr>
          <p:spPr>
            <a:xfrm>
              <a:off x="0" y="0"/>
              <a:ext cx="53467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74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Risk and Incident Management</a:t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654051"/>
              <a:ext cx="5346700" cy="20190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9"/>
                </a:lnSpc>
              </a:pPr>
              <a:r>
                <a:rPr lang="en-US" sz="2050">
                  <a:solidFill>
                    <a:srgbClr val="B0AFD3"/>
                  </a:solidFill>
                </a:rPr>
                <a:t>Monitors employee risk scores, manages security alerts, and supports incident investigation and response tracking</a:t>
              </a:r>
              <a:endParaRPr lang="en-US"/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the ITBIS Platform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5EB9A-289D-A414-C517-9C1CC5D47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08" y="3344825"/>
            <a:ext cx="5186917" cy="34378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DCEE0D-1A3C-B53C-1789-B32938216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366" y="3345380"/>
            <a:ext cx="5661838" cy="3436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BE9D18-B3BD-65BA-2520-ED86E8EB3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2721" y="3418114"/>
            <a:ext cx="5661932" cy="34344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in Insider Threat Detection</a:t>
            </a:r>
            <a:endParaRPr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4"/>
          <p:cNvGrpSpPr/>
          <p:nvPr/>
        </p:nvGrpSpPr>
        <p:grpSpPr>
          <a:xfrm>
            <a:off x="12872519" y="2288105"/>
            <a:ext cx="4748625" cy="3323381"/>
            <a:chOff x="0" y="0"/>
            <a:chExt cx="6331500" cy="4431175"/>
          </a:xfrm>
        </p:grpSpPr>
        <p:sp>
          <p:nvSpPr>
            <p:cNvPr id="157" name="Google Shape;157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Limited Behavioral Visibility</a:t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Security-relevant activity can be scattered across systems, making it difficult to build a clear view of employee behavior and investigate unusual events.</a:t>
              </a:r>
              <a:endParaRPr/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7858075" y="2288100"/>
            <a:ext cx="4748675" cy="2970222"/>
            <a:chOff x="-67" y="-225800"/>
            <a:chExt cx="6331567" cy="3960296"/>
          </a:xfrm>
        </p:grpSpPr>
        <p:sp>
          <p:nvSpPr>
            <p:cNvPr id="160" name="Google Shape;160;p4"/>
            <p:cNvSpPr txBox="1"/>
            <p:nvPr/>
          </p:nvSpPr>
          <p:spPr>
            <a:xfrm>
              <a:off x="-67" y="-22580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Unknown Behavioral Deviations</a:t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0" y="582096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Traditional monitoring may miss unusual activity when events are not considered alongside normal behavior and available context.</a:t>
              </a:r>
              <a:endParaRPr/>
            </a:p>
          </p:txBody>
        </p:sp>
      </p:grpSp>
      <p:grpSp>
        <p:nvGrpSpPr>
          <p:cNvPr id="162" name="Google Shape;162;p4"/>
          <p:cNvGrpSpPr/>
          <p:nvPr/>
        </p:nvGrpSpPr>
        <p:grpSpPr>
          <a:xfrm>
            <a:off x="7858117" y="6673030"/>
            <a:ext cx="4748625" cy="2909606"/>
            <a:chOff x="0" y="0"/>
            <a:chExt cx="6331500" cy="3879475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0"/>
              <a:ext cx="63315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Alert Overload</a:t>
              </a:r>
              <a:endParaRPr/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727075"/>
              <a:ext cx="6331500" cy="3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Security teams may receive many alerts and need a consistent way to prioritize which events require closer investigation.</a:t>
              </a:r>
              <a:endParaRPr/>
            </a:p>
          </p:txBody>
        </p:sp>
      </p:grpSp>
      <p:grpSp>
        <p:nvGrpSpPr>
          <p:cNvPr id="165" name="Google Shape;165;p4"/>
          <p:cNvGrpSpPr/>
          <p:nvPr/>
        </p:nvGrpSpPr>
        <p:grpSpPr>
          <a:xfrm>
            <a:off x="12981269" y="6673025"/>
            <a:ext cx="5987708" cy="3388236"/>
            <a:chOff x="347967" y="-86473"/>
            <a:chExt cx="7983610" cy="4517648"/>
          </a:xfrm>
        </p:grpSpPr>
        <p:sp>
          <p:nvSpPr>
            <p:cNvPr id="166" name="Google Shape;166;p4"/>
            <p:cNvSpPr txBox="1"/>
            <p:nvPr/>
          </p:nvSpPr>
          <p:spPr>
            <a:xfrm>
              <a:off x="347977" y="-86473"/>
              <a:ext cx="7983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7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Fragmented Investigations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347967" y="727075"/>
              <a:ext cx="6331500" cy="3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Connecting telemetry, alerts, evidence, and incident records helps investigators review related events through a more organized workflow.</a:t>
              </a:r>
              <a:endParaRPr/>
            </a:p>
          </p:txBody>
        </p:sp>
      </p:grp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729D9-E3EF-39C0-CD16-3F8A4B88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98" y="234043"/>
            <a:ext cx="14669860" cy="9802585"/>
          </a:xfrm>
          <a:prstGeom prst="rect">
            <a:avLst/>
          </a:prstGeom>
        </p:spPr>
      </p:pic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2926753"/>
            <a:chOff x="0" y="-512625"/>
            <a:chExt cx="21785400" cy="3902338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9"/>
              <a:ext cx="21785400" cy="21835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50">
                  <a:solidFill>
                    <a:srgbClr val="B0AFD3"/>
                  </a:solidFill>
                </a:rPr>
                <a:t>I</a:t>
              </a:r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endParaRPr/>
            </a:p>
            <a:p>
              <a:pPr marL="581615" marR="0" lvl="1" indent="-290807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2693"/>
                <a:buFont typeface="Arial"/>
                <a:buChar char="•"/>
              </a:pPr>
              <a:endParaRPr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1080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050" b="1" dirty="0">
                <a:solidFill>
                  <a:srgbClr val="B0AFD3"/>
                </a:solidFill>
                <a:latin typeface="Bricolage Grotesque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 in ITBIS</a:t>
            </a: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6"/>
          <p:cNvGrpSpPr/>
          <p:nvPr/>
        </p:nvGrpSpPr>
        <p:grpSpPr>
          <a:xfrm>
            <a:off x="12872519" y="2456180"/>
            <a:ext cx="4748731" cy="1919570"/>
            <a:chOff x="0" y="0"/>
            <a:chExt cx="6331641" cy="2559427"/>
          </a:xfrm>
        </p:grpSpPr>
        <p:sp>
          <p:nvSpPr>
            <p:cNvPr id="210" name="Google Shape;210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Behavioral Visibility</a:t>
              </a:r>
              <a:endParaRPr/>
            </a:p>
          </p:txBody>
        </p:sp>
        <p:sp>
          <p:nvSpPr>
            <p:cNvPr id="211" name="Google Shape;211;p6"/>
            <p:cNvSpPr txBox="1"/>
            <p:nvPr/>
          </p:nvSpPr>
          <p:spPr>
            <a:xfrm>
              <a:off x="0" y="790575"/>
              <a:ext cx="6331641" cy="1768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Centralized ingestion links security events to employees and makes available telemetry easier to review.</a:t>
              </a:r>
              <a:endParaRPr/>
            </a:p>
          </p:txBody>
        </p:sp>
      </p:grpSp>
      <p:grpSp>
        <p:nvGrpSpPr>
          <p:cNvPr id="212" name="Google Shape;212;p6"/>
          <p:cNvGrpSpPr/>
          <p:nvPr/>
        </p:nvGrpSpPr>
        <p:grpSpPr>
          <a:xfrm>
            <a:off x="7858125" y="2457450"/>
            <a:ext cx="4748731" cy="2252945"/>
            <a:chOff x="0" y="0"/>
            <a:chExt cx="6331641" cy="3003927"/>
          </a:xfrm>
        </p:grpSpPr>
        <p:sp>
          <p:nvSpPr>
            <p:cNvPr id="213" name="Google Shape;213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Secure Role-Based Access</a:t>
              </a:r>
              <a:endParaRPr/>
            </a:p>
          </p:txBody>
        </p:sp>
        <p:sp>
          <p:nvSpPr>
            <p:cNvPr id="214" name="Google Shape;214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JWT authentication and role-based permissions help restrict sensitive operations to authorized platform roles.</a:t>
              </a:r>
              <a:endParaRPr/>
            </a:p>
          </p:txBody>
        </p:sp>
      </p:grpSp>
      <p:grpSp>
        <p:nvGrpSpPr>
          <p:cNvPr id="215" name="Google Shape;215;p6"/>
          <p:cNvGrpSpPr/>
          <p:nvPr/>
        </p:nvGrpSpPr>
        <p:grpSpPr>
          <a:xfrm>
            <a:off x="7812734" y="6932930"/>
            <a:ext cx="4794123" cy="2259295"/>
            <a:chOff x="-60977" y="0"/>
            <a:chExt cx="6392162" cy="3012394"/>
          </a:xfrm>
        </p:grpSpPr>
        <p:sp>
          <p:nvSpPr>
            <p:cNvPr id="216" name="Google Shape;216;p6"/>
            <p:cNvSpPr txBox="1"/>
            <p:nvPr/>
          </p:nvSpPr>
          <p:spPr>
            <a:xfrm>
              <a:off x="-60977" y="0"/>
              <a:ext cx="6392162" cy="547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Intelligent Detection</a:t>
              </a:r>
              <a:endParaRPr/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-456" y="790575"/>
              <a:ext cx="6331640" cy="2221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Rule-based checks and supported anomaly analysis help identify suspicious patterns for security review.</a:t>
              </a:r>
              <a:endParaRPr/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12872519" y="6932930"/>
            <a:ext cx="4748731" cy="2252945"/>
            <a:chOff x="0" y="0"/>
            <a:chExt cx="6331641" cy="3003927"/>
          </a:xfrm>
        </p:grpSpPr>
        <p:sp>
          <p:nvSpPr>
            <p:cNvPr id="219" name="Google Shape;219;p6"/>
            <p:cNvSpPr txBox="1"/>
            <p:nvPr/>
          </p:nvSpPr>
          <p:spPr>
            <a:xfrm>
              <a:off x="0" y="0"/>
              <a:ext cx="6331641" cy="5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Investigation Workflow</a:t>
              </a:r>
              <a:endParaRPr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0" y="790575"/>
              <a:ext cx="6331641" cy="2213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7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lang="en-US" sz="1926" b="1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modular architecture</a:t>
              </a:r>
              <a:r>
                <a:rPr lang="en-US" sz="19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 not only simplifies updates but also facilitates integration with third-party services, ensuring flexibility and future-proofing the platform as new technologies emerge.</a:t>
              </a:r>
              <a:endParaRPr/>
            </a:p>
          </p:txBody>
        </p:sp>
      </p:grp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7"/>
          <p:cNvGrpSpPr/>
          <p:nvPr/>
        </p:nvGrpSpPr>
        <p:grpSpPr>
          <a:xfrm>
            <a:off x="12892088" y="7359447"/>
            <a:ext cx="4010025" cy="1753394"/>
            <a:chOff x="0" y="-9525"/>
            <a:chExt cx="5346700" cy="2337858"/>
          </a:xfrm>
        </p:grpSpPr>
        <p:sp>
          <p:nvSpPr>
            <p:cNvPr id="237" name="Google Shape;237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Improved Behavioral Visibility</a:t>
              </a:r>
              <a:endParaRPr/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0" y="666750"/>
              <a:ext cx="5346700" cy="16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 unified view helps security personnel review employee activity and related security events.</a:t>
              </a:r>
              <a:endParaRPr/>
            </a:p>
          </p:txBody>
        </p:sp>
      </p:grpSp>
      <p:grpSp>
        <p:nvGrpSpPr>
          <p:cNvPr id="239" name="Google Shape;239;p7"/>
          <p:cNvGrpSpPr/>
          <p:nvPr/>
        </p:nvGrpSpPr>
        <p:grpSpPr>
          <a:xfrm>
            <a:off x="7138988" y="7354100"/>
            <a:ext cx="4587764" cy="1747033"/>
            <a:chOff x="0" y="-9511"/>
            <a:chExt cx="6117018" cy="2329378"/>
          </a:xfrm>
        </p:grpSpPr>
        <p:sp>
          <p:nvSpPr>
            <p:cNvPr id="240" name="Google Shape;240;p7"/>
            <p:cNvSpPr txBox="1"/>
            <p:nvPr/>
          </p:nvSpPr>
          <p:spPr>
            <a:xfrm>
              <a:off x="18" y="-9511"/>
              <a:ext cx="611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Better Risk Prioritization</a:t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0" y="666750"/>
              <a:ext cx="5346700" cy="1653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Risk assessment and anomaly findings help highlight activity that may need closer investigation.</a:t>
              </a:r>
              <a:endParaRPr/>
            </a:p>
          </p:txBody>
        </p:sp>
      </p:grpSp>
      <p:grpSp>
        <p:nvGrpSpPr>
          <p:cNvPr id="242" name="Google Shape;242;p7"/>
          <p:cNvGrpSpPr/>
          <p:nvPr/>
        </p:nvGrpSpPr>
        <p:grpSpPr>
          <a:xfrm>
            <a:off x="1538288" y="7359447"/>
            <a:ext cx="4010025" cy="1442244"/>
            <a:chOff x="0" y="-9525"/>
            <a:chExt cx="5346700" cy="1922992"/>
          </a:xfrm>
        </p:grpSpPr>
        <p:sp>
          <p:nvSpPr>
            <p:cNvPr id="243" name="Google Shape;243;p7"/>
            <p:cNvSpPr txBox="1"/>
            <p:nvPr/>
          </p:nvSpPr>
          <p:spPr>
            <a:xfrm>
              <a:off x="0" y="-9525"/>
              <a:ext cx="5346700" cy="441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6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Structured Incident Response</a:t>
              </a:r>
              <a:endParaRPr/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0" y="666750"/>
              <a:ext cx="5346700" cy="12467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26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Connected alert and incident records provide a structured way to investigate and track security cases.</a:t>
              </a:r>
              <a:endParaRPr/>
            </a:p>
          </p:txBody>
        </p:sp>
      </p:grp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Project Outcomes and Expected Impact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E294CD-6B3D-3CC6-6A8D-E626438108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183" y="3345997"/>
            <a:ext cx="6027966" cy="3595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334050" y="5137064"/>
            <a:ext cx="91341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3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These mock-ups showcase a seamless experience for users, enhancing engagement through intuitive design and functionality.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A8F416-7380-DE1E-62E6-6C8FE126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" y="478291"/>
            <a:ext cx="6779078" cy="35011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857670-ED3C-AA39-BB52-F9C8D3AB3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354" y="353107"/>
            <a:ext cx="6490607" cy="35065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9C807D-343E-64CC-1B3E-E997E5726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972" y="4348843"/>
            <a:ext cx="7634969" cy="3205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D003FB-22CD-D1CF-25B9-3006D0FF5D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9849" y="6702197"/>
            <a:ext cx="5819776" cy="35773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/>
        </p:nvSpPr>
        <p:spPr>
          <a:xfrm>
            <a:off x="9296400" y="800100"/>
            <a:ext cx="6866887" cy="270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ITBIS Security Operations Workflow</a:t>
            </a:r>
            <a:endParaRPr/>
          </a:p>
        </p:txBody>
      </p:sp>
      <p:grpSp>
        <p:nvGrpSpPr>
          <p:cNvPr id="263" name="Google Shape;263;p8"/>
          <p:cNvGrpSpPr/>
          <p:nvPr/>
        </p:nvGrpSpPr>
        <p:grpSpPr>
          <a:xfrm>
            <a:off x="9296400" y="3917156"/>
            <a:ext cx="5303763" cy="1565868"/>
            <a:chOff x="0" y="-9525"/>
            <a:chExt cx="7071684" cy="2087824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0" y="-9525"/>
              <a:ext cx="7071684" cy="51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Stage 01 — Activity Ingestion</a:t>
              </a:r>
              <a:endParaRPr/>
            </a:p>
          </p:txBody>
        </p:sp>
        <p:sp>
          <p:nvSpPr>
            <p:cNvPr id="265" name="Google Shape;265;p8"/>
            <p:cNvSpPr txBox="1"/>
            <p:nvPr/>
          </p:nvSpPr>
          <p:spPr>
            <a:xfrm>
              <a:off x="0" y="620974"/>
              <a:ext cx="7071684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Activity events are submitted through the ingestion API or the security simulator.</a:t>
              </a:r>
              <a:endParaRPr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9296400" y="5707856"/>
            <a:ext cx="5448300" cy="1565868"/>
            <a:chOff x="0" y="-9525"/>
            <a:chExt cx="7264400" cy="2087824"/>
          </a:xfrm>
        </p:grpSpPr>
        <p:sp>
          <p:nvSpPr>
            <p:cNvPr id="267" name="Google Shape;267;p8"/>
            <p:cNvSpPr txBox="1"/>
            <p:nvPr/>
          </p:nvSpPr>
          <p:spPr>
            <a:xfrm>
              <a:off x="0" y="-9525"/>
              <a:ext cx="7264400" cy="51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Stage 02 — Behavioral Analysis</a:t>
              </a:r>
              <a:endParaRPr/>
            </a:p>
          </p:txBody>
        </p:sp>
        <p:sp>
          <p:nvSpPr>
            <p:cNvPr id="268" name="Google Shape;268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Available events are evaluated using configured detection rules and supported machine-learning analysis.</a:t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9296400" y="7498550"/>
            <a:ext cx="6453900" cy="1565874"/>
            <a:chOff x="0" y="-9533"/>
            <a:chExt cx="8605200" cy="2087832"/>
          </a:xfrm>
        </p:grpSpPr>
        <p:sp>
          <p:nvSpPr>
            <p:cNvPr id="270" name="Google Shape;270;p8"/>
            <p:cNvSpPr txBox="1"/>
            <p:nvPr/>
          </p:nvSpPr>
          <p:spPr>
            <a:xfrm>
              <a:off x="0" y="-9533"/>
              <a:ext cx="8605200" cy="51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33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Stage 03 — Investigation and Response</a:t>
              </a:r>
              <a:endParaRPr/>
            </a:p>
          </p:txBody>
        </p:sp>
        <p:sp>
          <p:nvSpPr>
            <p:cNvPr id="271" name="Google Shape;271;p8"/>
            <p:cNvSpPr txBox="1"/>
            <p:nvPr/>
          </p:nvSpPr>
          <p:spPr>
            <a:xfrm>
              <a:off x="0" y="620974"/>
              <a:ext cx="7264400" cy="1457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Authorized personnel review alerts, investigate evidence, and update or escalate incidents where supported.</a:t>
              </a:r>
              <a:endParaRPr/>
            </a:p>
          </p:txBody>
        </p:sp>
      </p:grpSp>
      <p:sp>
        <p:nvSpPr>
          <p:cNvPr id="272" name="Google Shape;272;p8"/>
          <p:cNvSpPr/>
          <p:nvPr/>
        </p:nvSpPr>
        <p:spPr>
          <a:xfrm>
            <a:off x="-282408" y="-295776"/>
            <a:ext cx="8140533" cy="10878559"/>
          </a:xfrm>
          <a:custGeom>
            <a:avLst/>
            <a:gdLst/>
            <a:ahLst/>
            <a:cxnLst/>
            <a:rect l="l" t="t" r="r" b="b"/>
            <a:pathLst>
              <a:path w="1261182" h="1685373" extrusionOk="0">
                <a:moveTo>
                  <a:pt x="19021" y="0"/>
                </a:moveTo>
                <a:lnTo>
                  <a:pt x="1242161" y="0"/>
                </a:lnTo>
                <a:cubicBezTo>
                  <a:pt x="1252666" y="0"/>
                  <a:pt x="1261182" y="8516"/>
                  <a:pt x="1261182" y="19021"/>
                </a:cubicBezTo>
                <a:lnTo>
                  <a:pt x="1261182" y="1666352"/>
                </a:lnTo>
                <a:cubicBezTo>
                  <a:pt x="1261182" y="1676857"/>
                  <a:pt x="1252666" y="1685373"/>
                  <a:pt x="1242161" y="1685373"/>
                </a:cubicBezTo>
                <a:lnTo>
                  <a:pt x="19021" y="1685373"/>
                </a:lnTo>
                <a:cubicBezTo>
                  <a:pt x="13976" y="1685373"/>
                  <a:pt x="9138" y="1683369"/>
                  <a:pt x="5571" y="1679802"/>
                </a:cubicBezTo>
                <a:cubicBezTo>
                  <a:pt x="2004" y="1676235"/>
                  <a:pt x="0" y="1671396"/>
                  <a:pt x="0" y="1666352"/>
                </a:cubicBezTo>
                <a:lnTo>
                  <a:pt x="0" y="19021"/>
                </a:lnTo>
                <a:cubicBezTo>
                  <a:pt x="0" y="8516"/>
                  <a:pt x="8516" y="0"/>
                  <a:pt x="1902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390" b="-389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8"/>
          <p:cNvGrpSpPr/>
          <p:nvPr/>
        </p:nvGrpSpPr>
        <p:grpSpPr>
          <a:xfrm rot="10800000">
            <a:off x="15557618" y="6934200"/>
            <a:ext cx="3479615" cy="4575762"/>
            <a:chOff x="-101668" y="-68231"/>
            <a:chExt cx="4639486" cy="6101015"/>
          </a:xfrm>
        </p:grpSpPr>
        <p:grpSp>
          <p:nvGrpSpPr>
            <p:cNvPr id="274" name="Google Shape;274;p8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8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8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0"/>
          <p:cNvGrpSpPr/>
          <p:nvPr/>
        </p:nvGrpSpPr>
        <p:grpSpPr>
          <a:xfrm>
            <a:off x="12892088" y="7291791"/>
            <a:ext cx="4009950" cy="3104956"/>
            <a:chOff x="0" y="-239433"/>
            <a:chExt cx="5346600" cy="4139942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0" y="-23943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Enterprise Telemetry Integration</a:t>
              </a:r>
              <a:endParaRPr/>
            </a:p>
          </p:txBody>
        </p:sp>
        <p:sp>
          <p:nvSpPr>
            <p:cNvPr id="286" name="Google Shape;286;p10"/>
            <p:cNvSpPr txBox="1"/>
            <p:nvPr/>
          </p:nvSpPr>
          <p:spPr>
            <a:xfrm>
              <a:off x="0" y="292108"/>
              <a:ext cx="5346600" cy="360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Integrate authorized identity, endpoint, firewall, and SIEM sources.
Normalize events into a consistent telemetry format.
Apply secure connector configuration and access controls.</a:t>
              </a: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p10"/>
          <p:cNvGrpSpPr/>
          <p:nvPr/>
        </p:nvGrpSpPr>
        <p:grpSpPr>
          <a:xfrm>
            <a:off x="7138988" y="7291796"/>
            <a:ext cx="4009950" cy="2810119"/>
            <a:chOff x="0" y="-232283"/>
            <a:chExt cx="5346600" cy="3746825"/>
          </a:xfrm>
        </p:grpSpPr>
        <p:sp>
          <p:nvSpPr>
            <p:cNvPr id="288" name="Google Shape;288;p10"/>
            <p:cNvSpPr txBox="1"/>
            <p:nvPr/>
          </p:nvSpPr>
          <p:spPr>
            <a:xfrm>
              <a:off x="0" y="-232283"/>
              <a:ext cx="53466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Advanced Behavioral Analytics</a:t>
              </a:r>
              <a:endParaRPr/>
            </a:p>
          </p:txBody>
        </p:sp>
        <p:sp>
          <p:nvSpPr>
            <p:cNvPr id="289" name="Google Shape;289;p10"/>
            <p:cNvSpPr txBox="1"/>
            <p:nvPr/>
          </p:nvSpPr>
          <p:spPr>
            <a:xfrm>
              <a:off x="0" y="273042"/>
              <a:ext cx="5346600" cy="32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Improve behavioral baselines and peer comparison.
Visualize anomaly trends and severity over time.
Evaluate detection quality and false-positive rates.</a:t>
              </a: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0" name="Google Shape;290;p10"/>
          <p:cNvGrpSpPr/>
          <p:nvPr/>
        </p:nvGrpSpPr>
        <p:grpSpPr>
          <a:xfrm>
            <a:off x="1059225" y="7289375"/>
            <a:ext cx="5055827" cy="2537385"/>
            <a:chOff x="-693504" y="49429"/>
            <a:chExt cx="7318800" cy="3383180"/>
          </a:xfrm>
        </p:grpSpPr>
        <p:sp>
          <p:nvSpPr>
            <p:cNvPr id="291" name="Google Shape;291;p10"/>
            <p:cNvSpPr txBox="1"/>
            <p:nvPr/>
          </p:nvSpPr>
          <p:spPr>
            <a:xfrm>
              <a:off x="-693504" y="49429"/>
              <a:ext cx="73188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90" b="1" i="0" u="none" strike="noStrike" cap="none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Explainable Risk Intelligence</a:t>
              </a:r>
              <a:endParaRPr/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8523" y="558008"/>
              <a:ext cx="5346600" cy="287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Utilize AI to provide personalized event suggestions based on user interests and past attendance.</a:t>
              </a: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Smart reminders for upcoming events the user might be interested in.</a:t>
              </a:r>
              <a:endParaRPr/>
            </a:p>
            <a:p>
              <a:pPr marL="321724" marR="0" lvl="1" indent="-160862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0AFD3"/>
                </a:buClr>
                <a:buSzPts val="1490"/>
                <a:buFont typeface="Arial"/>
                <a:buChar char="•"/>
              </a:pPr>
              <a:r>
                <a:rPr lang="en-US" sz="1490" b="0" i="0" u="none" strike="noStrike" cap="none">
                  <a:solidFill>
                    <a:srgbClr val="B0AFD3"/>
                  </a:solidFill>
                  <a:latin typeface="Arial"/>
                  <a:ea typeface="Arial"/>
                  <a:cs typeface="Arial"/>
                  <a:sym typeface="Arial"/>
                </a:rPr>
                <a:t>Continuous learning from feedback to refine future suggestions.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90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 for ITBIS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667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4198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12172950" y="3352800"/>
            <a:ext cx="5448300" cy="358140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/>
          <p:nvPr/>
        </p:nvSpPr>
        <p:spPr>
          <a:xfrm>
            <a:off x="2848950" y="1560600"/>
            <a:ext cx="125901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OWNER</a:t>
            </a:r>
            <a:endParaRPr lang="en-US" sz="66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0FBE6-59DF-15CC-3509-799ECD5D51CA}"/>
              </a:ext>
            </a:extLst>
          </p:cNvPr>
          <p:cNvSpPr txBox="1"/>
          <p:nvPr/>
        </p:nvSpPr>
        <p:spPr>
          <a:xfrm>
            <a:off x="4231013" y="4788124"/>
            <a:ext cx="1211869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AYESHA </a:t>
            </a:r>
            <a:r>
              <a:rPr lang="en-US" sz="6600">
                <a:solidFill>
                  <a:schemeClr val="bg1"/>
                </a:solidFill>
              </a:rPr>
              <a:t>FARHUNNISA J</a:t>
            </a:r>
            <a:endParaRPr lang="en-US"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/>
        </p:nvSpPr>
        <p:spPr>
          <a:xfrm>
            <a:off x="2775774" y="1145081"/>
            <a:ext cx="1184430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DEMONSTRATION</a:t>
            </a:r>
            <a:endParaRPr lang="en-US" sz="6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75109-B689-559F-1DF8-B92155108910}"/>
              </a:ext>
            </a:extLst>
          </p:cNvPr>
          <p:cNvSpPr txBox="1"/>
          <p:nvPr/>
        </p:nvSpPr>
        <p:spPr>
          <a:xfrm>
            <a:off x="1505127" y="4708376"/>
            <a:ext cx="1580367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 </a:t>
            </a:r>
            <a:r>
              <a:rPr lang="en-US" sz="4800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https://drive.google.com/file/d/1pEIMbL__Nxdrh6NSpsul9a5RHgztHLtH/view?usp=sharing</a:t>
            </a:r>
            <a:endParaRPr lang="en-US" sz="4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 txBox="1"/>
          <p:nvPr/>
        </p:nvSpPr>
        <p:spPr>
          <a:xfrm>
            <a:off x="4028300" y="3286300"/>
            <a:ext cx="9631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139</cp:revision>
  <dcterms:created xsi:type="dcterms:W3CDTF">2006-08-16T00:00:00Z</dcterms:created>
  <dcterms:modified xsi:type="dcterms:W3CDTF">2026-10-09T14:03:09Z</dcterms:modified>
</cp:coreProperties>
</file>