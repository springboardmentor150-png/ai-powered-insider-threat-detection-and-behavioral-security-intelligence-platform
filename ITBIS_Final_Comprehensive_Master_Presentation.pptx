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463040"/>
            <a:ext cx="109728" cy="3840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ENTERPRISE BEHAVIORAL SECURITY INTELLIGENCE PLATFORM (ITBIS)</a:t>
            </a:r>
          </a:p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AI-Powered Insider Threat Detection &amp; Security Intelligence</a:t>
            </a:r>
          </a:p>
          <a:p>
            <a:pPr>
              <a:spcAft>
                <a:spcPts val="1400"/>
              </a:spcAft>
              <a:defRPr sz="1700" b="1">
                <a:solidFill>
                  <a:srgbClr val="F59E0B"/>
                </a:solidFill>
                <a:latin typeface="Arial"/>
              </a:defRPr>
            </a:pPr>
            <a:r>
              <a:t>Complete Full-Stack Engineering &amp; Forensic Defense Architecture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An end-to-end security operations solution featuring hybrid anomaly detection (Heuristic Rules + Unsupervised Isolation Forest), dynamic 5-factor risk scoring, automated forensic incident synthesis, role-based executive dashboards, and in-memory export engines.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5303520"/>
            <a:ext cx="10241280" cy="100584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539496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PROJECT CANDIDATE &amp; IMPLEMENTATION METADATA: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Done by: Sritha (Final Year Aspiring Student)  •  Stack: FastAPI, Next.js 14, Scikit-Learn, SQLite &amp; MongoDB  •  Milestones 1 – 4 Complete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THE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Problem: Why Traditional Firewalls Fail Against Insiders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PERIMETER BLINDNESS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1. The Perimeter Blindspot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Traditional perimeter controls (NextGen Firewalls, VPNs, WAFs) are built to block unauthorized outside intrusion.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Malicious insiders and compromised credentials bypass 100% of perimeter rules because traffic originates from authenticated user sessions.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82% of enterprise breaches involve authorized user credentials or legitimate privileges abused from within (Verizon DBIR).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Perimeter tools cannot distinguish between a financial analyst generating a normal monthly report and an analyst exfiltrating client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INFORMATION OVERLOAD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2. Log Explosion &amp; Alert Fatigue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Modern cloud enterprises generate hundreds of gigabytes of raw logs daily (Active Directory, Kerberos, SSH, CloudTrail, file shares).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Traditional SIEM systems rely on static threshold alerts (e.g., 'flag if file transfers &gt; 500MB').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Static thresholds create over 90% false positives, flooding SOC engineers with alert fatigue while stealthy attackers fly under thresholds.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Without continuous behavioral modeling, real multi-stage exfiltration attacks remain undetected for an average of 287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INSIDER RISK REALITY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3. The Disgruntled Insider Profile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Flight-risk employees, resigning staff, and compromised accounts systematically stage data prior to departure.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Attackers use low-and-slow data movement, off-hours access, and alternative protocols (SFTP, USB mounts, encrypted cloud sync).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Static policies cannot evaluate contextual deviation—such as an engineer suddenly reading finance payroll databases at 2:00 AM.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Requires dynamic peer-group benchmarking, unsupervised machine learning, and automated digital forensic timelines.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Platform Roadmap &amp; Scope: Milestones 1 Through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MILESTONE 1: DAYS 1–10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1: Foundations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Role-Based Access Control (RBAC) with 4 security roles (Admin, Manager, Analyst, SOC).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Stateless JWT bearer authentication with bcrypt salted password hashing.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Employee workforce directory tracking designation, device ID, baseline risk, and privileges.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SQLite relational persistence with SQLAlchemy ORM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MILESTONE 2: DAYS 11–20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2: Ingestion &amp; AI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High-throughput document telemetry store (MongoDB JSON backing).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Deterministic Heuristic Engine catching off-hours logins, volume spikes, and USB mounts.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Unsupervised Isolation Forest ML detector (Scikit-Learn, contamination c=0.12).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Extracts login hour, bytes transferred, and access failures into standardized feature vectors.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MILESTONE 3: DAYS 21–30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3: UEBA &amp; Forensics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5-Factor weighted composite risk equation normalized from 0 to 100.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Departmental peer group baselines and statistical Z-score deviation calculation.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Investigation Workbench: stitched chronological telemetry timelines.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Digital evidence chain of custody and MITRE ATT&amp;CK framework mapping.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MILESTONE 4: DAYS 31–34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4: Dashboards &amp; Exports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Security Manager Compliance View: resolution rate % and open critical triage.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Accurate MTTR and MTTI metrics tracking investigation lifecycle timestamps.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Admin Platform Analytics: workforce coverage and overall anomaly rates.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In-memory PDF risk &amp; compliance dossiers and bulk Excel (.xlsx) data export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FULL-STACK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End-to-End System 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tbis_architecture_flowchart_17914474317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280160"/>
            <a:ext cx="5303520" cy="1508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INGESTION LAYER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1. Telemetry Ingestion &amp; JWT Gateway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Client-side Next.js 14 communicates with FastAPI backend via REST API.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All routes protected with OAuth2 Bearer JWT authentication and role checkers.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High-frequency audit logs and endpoint events ingested directly into document store.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71800"/>
            <a:ext cx="5303520" cy="1508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154680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ANALYTICS &amp; UEBA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2. Dual-Engine Analytical Processing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Deterministic Rules check instantaneous policy violations (off-hours, impossible travel).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Scikit-Learn Isolation Forest isolates multi-dimensional behavioral anomalies.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Composite Risk Scorer combines rule, ML, peer, role, and privilege sub-scores.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63440"/>
            <a:ext cx="5303520" cy="155448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PRESENTATION &amp; OUTPUT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3. Incident Workbench, Dashboards &amp; Reporting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Alert escalation automatically provisions Incident records in relational SQLite.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MITRE ATT&amp;CK T1048 mapping and chronological activity timeline generation.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Role-based executive views (Compliance, SOC, Admin) with in-memory PDF/Excel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ENGINEERING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Technology Stack Breakdown: Full-Stack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APPLICATION GATEWAY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Backend: FastAPI (Python 3.14)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High-Performance Asynchronous I/O: Starlette + Uvicorn delivers microsecond REST latency.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Pydantic V2 Type Safety: Automated schema validation, serializing, and self-documenting Swagger/OpenAPI docs.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SQLAlchemy 2.0 ORM: Clean relational abstraction with connection pooling and thread safety.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Role-Based Dependency Injection: Custom Depends(require_role(...)) guards enforce least-privilege security natively at the gateway.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Lightweight &amp; Native Python AI: Direct interop with Scikit-Learn without IPC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USER INTERFACE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Frontend: Next.js 14 &amp; Tailwind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React 18 &amp; Next.js App Router: Component-driven UI architecture with route caching.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Tailwind CSS Dark Obsidian UI: Cyber-themed interface designed for low eye-strain in 24/7 SOC environments.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Lucide React Icons &amp; Chart.js: Interactive radar charts, risk distributions, and anomaly trend charts.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Axios Request Interceptors: Automatic JWT token injection, unified error boundary, and blob download streaming.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Client-Side Role Switching: Instant demonstration testing across all 4 RBAC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INTELLIGENCE &amp; DATA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AI &amp; Data: Isolation Forest &amp; Reports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Scikit-Learn Isolation Forest: Unsupervised recursive partitioning efficient for detecting multi-variable outliers.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ReportLab Platypus: In-memory dynamic PDF compiler producing executive dossiers via io.BytesIO() without disk writes.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Pandas &amp; OpenPyXL: High-speed tabular workbook generator with safe date formatting and custom column sorting.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Dual-Database Strategy: ACID relational tables for users/incidents; flexible schema document store for high-volume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DATA STORAGE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Dual-Database Architecture: Schema &amp; Data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RELATIONAL ACID STORE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Relational Database: SQLite / PostgreSQL (itbis.db)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Role: Strict relational integrity, foreign keys, and audit compliance.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users: id, email, password_hash, full_name, role, is_active, created_at.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employees: id, employee_id, name, department, designation, device_info, access_privileges, status, baseline_risk_score.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incidents: id, incident_code, employee_id, severity, status, title, description, assigned_to, mitre_attack_technique, investigation_started_at, resolved_at.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evidence: id, incident_id, note, added_by, added_at (foreign key linked).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alerts: id, alert_code, employee_id, severity, message, status, anomaly_type, risk_score, created_at, resolved_at.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audit_logs: id, user_id, user_email, action, target_resource, details, timestamp.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HIGH-VOLUME DOCUMENT STORE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Document Store: MongoDB / JSON Collections (data/)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Role: High-throughput ingestion of un-structured telemetry and anomaly records.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activity_logs.json: Raw audit telemetry events with timestamp, employee_id, event_type (LOGIN, FILE_TRANSFER, USB_MOUNT), bytes_transferred, ip_address, and status.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rule_anomalies.json: Deterministic violations flagged by rule engine with detected_at, severity, rule_name, and employee_id.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ml_anomalies.json: Statistical anomaly entries with is_anomaly (boolean), anomaly_score (float), and feature vectors.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Aggregation Pipeline Support: Uses $match, $group, and $dateToString for 7-day anomaly trend visualizations and department-level aggregations.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AUDIT &amp;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Telemetry Ingestion &amp; Platform Audit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LOG INGESTION ENGINE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High-Throughput Log Ingestion Pipeline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Endpoint: POST /api/logs/ingest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Validates event schema via Pydantic ActivityLogIngest model.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Supported Telemetry Types: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LOGIN: IP, user agent, workstation hostname, login hour.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FILE_ACCESS / FILE_TRANSFER: Source folder, file size, bytes.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PRIVILEGE_USE: Sudo, admin impersonation, token generation.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USB_DEVICE: Mass storage insertion, device serial.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Automatic Timestamping: Fallback to UTC if client timestamp missing.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Non-Blocking Persistence: Thread-safe in-memory cache synchronized with JSON backing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GOVERNANCE AUDIT TRAIL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Day 32 Simple Audit Log Implementation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Dedicated Helper Function: log_action(db, user_id, action, details, target_resource)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Retrofitted Across Sensitive Security Endpoints: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1. Alert Assignment: /api/alerts/{id}/assign -&gt; logs assignee email and assigner user_id.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2. Alert Resolution: /api/alerts/{id}/resolve -&gt; logs resolving analyst and timestamp.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3. Incident Creation: /api/incidents -&gt; logs newly generated incident code and target employee.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4. Status Updates: /api/incidents/{id}/status -&gt; tracks transitions from OPEN to INVESTIGATING or RESOLVED.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5. User Provisioning: /api/auth/register -&gt; records new account creation and granted RBAC role.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Queryable via GET /api/dashboard/admin/audit-log and exportable to Excel.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BEHAVIORAL RULE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Detection Engine 1: Deterministic Heuristic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TEMPORAL ANOMALY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Rule 1: Off-Hours Access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Trigger Condition: Employee logs in or accesses resources between 22:00 and 05:00 local time.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Context Filter: Checked against department working hours profile.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Severity: HIGH.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Insider Risk Correlation: Disgruntled staff frequently stage exfiltration during night shifts when physical SOC staffing is minimal.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DATA EXFILTRATION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Rule 2: Volume Spike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Trigger Condition: Single-session file transfer exceeds 1.0 GB or 3.5x normal baseline volume.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Context Filter: Evaluated against 30-day historical transfer rolling average.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Severity: CRITICAL.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Insider Risk Correlation: Mass downloading of source code repositories or sensitive financial exports.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PRIVILEGE ABUSE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Rule 3: Restricted Access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Trigger Condition: Access attempt on classified folders (e.g., /prod/finance_db_backup, /confidential_hr).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Context Filter: Cross-referenced with employee access_privileges list.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Severity: CRITICAL.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Insider Risk Correlation: Snooping, lateral movement, or privilege abuse across departmental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280160"/>
            <a:ext cx="2523744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463040"/>
            <a:ext cx="2157984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HEURISTIC ESCALATION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Rule 4: Multi-Alert Spike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Trigger Condition: More than 3 distinct rule triggers within a rolling 60-minute window.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Context Filter: Aggregated by employee_id.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Severity: CRITICAL.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Insider Risk Correlation: Active, aggressive exfiltration campaign requiring immediate automated quarantine.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Detection Engine 2: Unsupervised Machine Learning (Isolation Forest)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ML ENGINE CORE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Algorithm Architecture &amp; Feature Engineering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Why Isolation Forest? Traditional clustering (K-Means, DBSCAN) struggles with high-dimensional sparsity. Isolation Forest isolates anomalies recursively: outliers require fewer random splits to separate.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Trained on 3 Engineered Behavioral Features: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1. Login Hour Metric: Normalizes access time (0.0 to 23.99).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2. Data Volume Transferred: Megabytes moved per operation.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3. Access Failure Velocity: Number of 401/403 errors in session.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Contamination Factor: Configured to c = 0.12 (12%), matching enterprise SOC anomaly expectations.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Mathematical Anomaly Score: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s(x, n) = 2^(-E(h(x)) / c(n))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Where E(h(x)) is average path length across 100 decision trees.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SCORING &amp; DECISION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Inference, Decision Boundary &amp; Normalization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Model Output &amp; Scikit-Learn Prediction: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Prediction = -1 -&gt; Behavioral Anomaly Flagged.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Prediction = +1 -&gt; Normal In-Distribution Activity.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Score Normalization: Raw decision function scores [-0.5, 0.5] mapped linearly to standard [0.0, 1.0] confidence interval.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Zero-Day Threat Detection: Catches multi-dimensional deviations that evade single-variable rule thresholds (e.g., moderate volume transfer paired with unusual hours and elevated failure rate).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Model Persistence: Automatically re-fits and updates dynamic baselines as healthy workforce telemetry accumulates.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RISK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Dynamic 5-Factor Risk Scoring Engine &amp; UEBA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MATHEMATICAL MODELING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The 5-Factor Composite Mathematical Formula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Composite Risk Equation: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Risk Score = 0.35 * R_rule + 0.30 * R_ML + 0.20 * R_peer + 0.10 * R_role + 0.05 * R_priv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1. Rule Violations (35% Weight): Cumulative severity of deterministic triggers.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2. Machine Learning Anomaly (30% Weight): Isolation Forest anomaly probability score.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3. Peer Group Deviation (20% Weight): Statistical Z-score deviation from departmental mean: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Z = (Employee_Activity - Mean_Dept) / StdDev_Dept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4. Role Sensitivity (10% Weight): Intrinsic sensitivity of role (Finance/DevOps = 85, Sales = 40).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5. Privilege Factor (5% Weight): Access level score (K8s/Prod DB = 90, Standard = 30).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RISK STRATIFICATION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Risk Stratification &amp; SOC Action Thresholds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Score Normalization Range: 0.0 to 100.0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1. LOW RISK (Score 0 – 24): Normal baseline operation. No analyst action needed.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2. MEDIUM RISK (Score 25 – 49): Mild anomaly or minor off-hours login. Telemetry logged; system continues passive monitoring.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3. HIGH RISK (Score 50 – 74): Elevated behavioral outlier. Alert dispatched to SOC Analyst queue; single-click incident creation available.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4. CRITICAL RISK (Score 75 – 100): High-confidence malicious insider event. Automated incident generated; immediate credential quarantine recommended.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Threat Simulation: Case Study of Devon Miller (EMP1003)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BASELINE INTEGRITY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Phase 1: Healthy Baseline State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Subject: Devon Miller (EMP1003)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Department: Cloud Infrastructure / DevOps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Role: Senior Cloud Infrastructure Lead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Initial Baseline Risk Score: 15.2 (Low)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Initial Status: ACTIVE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Normal Behavior: Standard working hours (09:00 - 18:00), average transfer volume &lt; 45 MB, zero policy violations.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THREAT SIMULATION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Phase 2: Attack Simulation Trigger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Attack Scenario: 'mass_exfiltration'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Simulation API: POST /api/simulation/run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Payload: {'scenario': 'mass_exfiltration', 'employee_id': 'EMP1003'}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Injected Telemetry Events: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02:45 AM: Off-hours SSH session opened.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02:50 AM: 8.4 GB sensitive financial backups exported via SFTP.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02:52 AM: Unauthorized token access on /prod/finance_db_backup.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THREAT NEUTRALIZATION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Phase 3: Real-Time AI Detection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Risk Score Jump: 15.2 -&gt; 84.6 (CRITICAL RED ALERT).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UEBA Peer Deviation: Delta = +84.6 above Cloud Ops team mean.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Rule Triggers: Off-hours access + mass transfer spike.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ML Isolation Forest: Anomaly score s = 0.912 (Severe Outlier).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Incident Generated: INC-2026-8841 automatically opened and assigned to SOC triage.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SOC 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Incident Investigation Workbench &amp; Forensic Evidence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FORENSIC WORKBENCH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Investigation Workbench Features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Incident Dossier Generation: POST /api/incidents/{id}/generate-ai-report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Automated AI Forensic Brief synthesizing employee profile, event context, and containment playbooks.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Chronological Event Timeline: Stitches raw MongoDB activity logs and anomaly triggers into an interactive linear timeline.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MITRE ATT&amp;CK Mapping: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T1048.002: Exfiltration Over Alternative Protocol (SSH/SFTP).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T1078.004: Valid Accounts: Cloud Accounts.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T1083: File and Directory Discovery.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Recommended SOC Playbooks: Revoke Kerberos session, isolate laptop MAC, notify HR and Legal.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CHAIN OF CUSTODY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Digital Evidence Chain of Custody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Relational Table: evidence (linked to incidents via foreign key).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Stored Fields: id, incident_id, note, added_by (User ID), added_at (UTC).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Live Forensic Evidence Captured for EMP1003: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EVID-1092: Mass exfiltration of 8.4 GB financial backup files via SFTP at 02:50 UTC.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EVID-1093: Isolation Forest peer group deviation exceeded 4.8 standard deviations.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EVID-1094: Unauthorized token generation attempt on production financial database.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Immutable Tracking: Analyst attribution logged with tamper-evident audit trail.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MANAGEMENT &amp;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&amp; Admin Dashboards (Milestone 4 Days 31 &amp; 32)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EXECUTIVE COMPLIANCE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Day 31: Security Manager Compliance View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Endpoint: GET /api/dashboard/manager/compliance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Allowed Roles: admin, security_manager (403 for analysts).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Resolution Rate Calculation: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Rate % = round((resolved_incidents / total_incidents) * 100, 1)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Zero-Division Guard: Defaults safely to 0.0% on empty database.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Separate Open Critical Metric: Highlights unresolved critical threats regardless of overall percentage.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MTTR (Mean Time to Respond): Average hours between alert created_at and resolved_at.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MTTI (Mean Time to Investigate): Average hours between incident creation and an analyst beginning triage (investigation_started_at).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Arial"/>
              </a:defRPr>
            </a:pPr>
            <a:r>
              <a:t>PLATFORM GOVERNANCE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Day 32: Admin Dashboard &amp; Platform Health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Endpoint: GET /api/dashboard/admin (Strict admin only).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User Governance: Aggregates accounts by role (admin, security_manager, security_analyst, soc_engineer).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Monitored Workforce: Employees tracked &amp; distinct departments count via db.query(Employee.department).distinct().count().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Platform Volume Analytics: GET /api/dashboard/admin/platform-analytics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Calculates Platform Anomaly Rate: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Anomaly Rate % = round(((rule_anomalies + ml_anomalies) / total_logs) * 100, 2)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Sanity Metric: Verifies detection sensitivity (real-world SOCs aim for single-digit anomaly rates; flags over-tuning).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REPORTING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Reports &amp; Export System: In-Memory PDF &amp; Excel (Days 33 &amp; 34)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F4444"/>
                </a:solidFill>
                <a:latin typeface="Arial"/>
              </a:defRPr>
            </a:pPr>
            <a:r>
              <a:t>PDF ENGINE (REPORTLAB)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Day 33: In-Memory PDF Reporting Engine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Built with ReportLab Platypus &amp; io.BytesIO() entirely in RAM.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Zero Temporary Disk Writes: Eliminates server disk accumulation, race conditions, and unneeded disk I/O.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1. Individual Risk Report: GET /api/reports/{employee_id}/pdf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Styled 5-factor sub-score table (#7a1f2b crimson header).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Capped at 10 recent anomalies; handles 0 total cleanly without crashing.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2. Compliance Summary Report: GET /api/reports/compliance/pdf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Reuses Day 31 compliance metrics, SLA benchmarks, and incident audit records.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Headers: Content-Disposition: attachment; filename=... with media_type='application/pdf'.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5352" y="1280160"/>
            <a:ext cx="52120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28232" y="146304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EXCEL EXPORTS &amp; CATALOG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Day 34: Excel Data Exports &amp; Report Catalog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Built with Pandas &amp; OpenPyXL for structured tabular datasets.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MIME Type: application/vnd.openxmlformats-officedocument.spreadsheetml.sheet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1. Bulk Risk Scores: GET /api/reports/export/risk-scores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Pre-sorted descending: highest-risk staff appear first.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Optional department filter parameter.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2. Incident Export: GET /api/reports/export/incidents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Inline date guard: i.resolved_at.strftime(...) if i.resolved_at else 'Not resolved' prevents AttributeError.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3. Report Catalog: GET /api/reports/catalog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 • Single source of truth serving UI with available formats and endpoints.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Verification, Testing &amp; Automated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Arial"/>
              </a:defRPr>
            </a:pPr>
            <a:r>
              <a:t>TEST AUTOMATION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Automated TestClient Suite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Executed in test_milestone4_endpoints.py.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100% Pass Rate across all Milestone 4 test suites: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Day 31 Compliance View &amp; MTTR/MTTI calculations.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Day 32 Admin user counts &amp; platform volume analytics.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Audit logging across alert assignment, resolution, and incident creation.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PDF generation for both high-anomaly and zero-anomaly employees.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  • Excel risk sorting and unresolved date handling.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Arial"/>
              </a:defRPr>
            </a:pPr>
            <a:r>
              <a:t>EDGE-CASE RESILIENCE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Defensive Edge-Case Handling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Division-by-Zero Guards: Ensured resolution rate and anomaly rate endpoints never crash on fresh empty databases.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None-Safe Date Formatting: Unresolved incidents gracefully display 'Not resolved' instead of throwing 500 errors.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RAM Buffer Rewind: Enforced buffer.seek(0) across all PDF and Excel streams to eliminate corrupted downloads.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Static Route Precedence: Placed /reports/compliance/pdf before dynamic /reports/{employee_id}/pdf.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1A1D24"/>
          </a:solidFill>
          <a:ln w="15240">
            <a:solidFill>
              <a:srgbClr val="2E3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6B6D4"/>
                </a:solidFill>
                <a:latin typeface="Arial"/>
              </a:defRPr>
            </a:pPr>
            <a:r>
              <a:t>RBAC SECURITY</a:t>
            </a:r>
          </a:p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Security &amp; RBAC Enforcement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Role Isolation Verified: Non-admin roles (analyst, soc_engineer, manager) correctly receive 403 Forbidden on admin dashboard.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JWT Signature Verification: Cryptographically validates token expiry and subject IDs.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Bcrypt Salted Hashes: 12-round salted hashing protects passwords against rainbow table lookups.</a:t>
            </a:r>
          </a:p>
          <a:p>
            <a:pPr>
              <a:spcAft>
                <a:spcPts val="3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Audit Immutability: Administrative and security actions logged with operator email and timestamp.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4114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PROJECT SUMMARY &amp; DEMONSTRATION COMPLETE</a:t>
            </a:r>
          </a:p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2000" b="1">
                <a:solidFill>
                  <a:srgbClr val="F59E0B"/>
                </a:solidFill>
                <a:latin typeface="Arial"/>
              </a:defRPr>
            </a:pPr>
            <a:r>
              <a:t>Done by Sritha — Final Year Aspiring Student</a:t>
            </a:r>
          </a:p>
          <a:p>
            <a:pPr>
              <a:spcAft>
                <a:spcPts val="12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AI-Powered Insider Threat Detection and Behavioral Security Intelligence Platform (ITBIS)</a:t>
            </a:r>
            <a:br/>
            <a:r>
              <a:t>Complete Full-Stack Implementation: Milestones 1, 2, 3 &amp; 4 (Executive Dashboards &amp; Reporting)</a:t>
            </a:r>
          </a:p>
          <a:p>
            <a:pPr>
              <a:defRPr sz="1050">
                <a:solidFill>
                  <a:srgbClr val="06B6D4"/>
                </a:solidFill>
                <a:latin typeface="Arial"/>
              </a:defRPr>
            </a:pPr>
            <a:r>
              <a:t>• Live Application UI: http://localhost:3000   |   FastAPI Gateway &amp; Swagger Docs: http://127.0.0.1:8000/docs</a:t>
            </a:r>
            <a:br/>
            <a:r>
              <a:t>• Git Repository Remote: origin/student-sritha   |   Database Store: SQLite (backend/itbis.db) &amp; MongoDB (backend/data/)</a:t>
            </a:r>
            <a:br/>
            <a:r>
              <a:t>• Demo Credentials: admin@itbis.security / manager@itbis.security / analyst@itbis.security (Security@123)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